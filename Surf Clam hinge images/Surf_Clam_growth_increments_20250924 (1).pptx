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87" r:id="rId3"/>
    <p:sldId id="288" r:id="rId4"/>
    <p:sldId id="289"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0"/>
    <p:restoredTop sz="90800"/>
  </p:normalViewPr>
  <p:slideViewPr>
    <p:cSldViewPr snapToGrid="0" snapToObjects="1">
      <p:cViewPr varScale="1">
        <p:scale>
          <a:sx n="125" d="100"/>
          <a:sy n="125" d="100"/>
        </p:scale>
        <p:origin x="184" y="6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020BA-AD8C-E245-948B-77FB029AD9BB}" type="datetimeFigureOut">
              <a:rPr lang="en-US" smtClean="0"/>
              <a:t>9/24/25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E265F-5614-914A-81B1-B6B3AA4E4ADA}" type="slidenum">
              <a:rPr lang="en-US" smtClean="0"/>
              <a:t>‹#›</a:t>
            </a:fld>
            <a:endParaRPr lang="en-US"/>
          </a:p>
        </p:txBody>
      </p:sp>
    </p:spTree>
    <p:extLst>
      <p:ext uri="{BB962C8B-B14F-4D97-AF65-F5344CB8AC3E}">
        <p14:creationId xmlns:p14="http://schemas.microsoft.com/office/powerpoint/2010/main" val="21034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solidFill>
                  <a:srgbClr val="0070C0"/>
                </a:solidFill>
              </a:rPr>
              <a:t>Surfclams</a:t>
            </a:r>
            <a:r>
              <a:rPr lang="en-US" baseline="0" dirty="0">
                <a:solidFill>
                  <a:srgbClr val="0070C0"/>
                </a:solidFill>
              </a:rPr>
              <a:t> keep a complete growth record in their shells. The hinge region (circled) is especially important, as it is protected from external shell abrasion, so no growth information is lost. For this work, each shell had been sectioned along that red line, from the hinge to the distal shell edge, polished, and imaged under a microscope to view annual growth lines as you’ll see in the next slide.</a:t>
            </a:r>
            <a:endParaRPr lang="en-US" dirty="0">
              <a:solidFill>
                <a:srgbClr val="0070C0"/>
              </a:solidFill>
            </a:endParaRPr>
          </a:p>
          <a:p>
            <a:endParaRPr lang="en-US" dirty="0"/>
          </a:p>
        </p:txBody>
      </p:sp>
      <p:sp>
        <p:nvSpPr>
          <p:cNvPr id="4" name="Slide Number Placeholder 3"/>
          <p:cNvSpPr>
            <a:spLocks noGrp="1"/>
          </p:cNvSpPr>
          <p:nvPr>
            <p:ph type="sldNum" sz="quarter" idx="10"/>
          </p:nvPr>
        </p:nvSpPr>
        <p:spPr/>
        <p:txBody>
          <a:bodyPr/>
          <a:lstStyle/>
          <a:p>
            <a:fld id="{80F9187E-BDF7-3647-AE2D-316B1483CF51}" type="slidenum">
              <a:rPr lang="en-US" smtClean="0"/>
              <a:t>2</a:t>
            </a:fld>
            <a:endParaRPr lang="en-US"/>
          </a:p>
        </p:txBody>
      </p:sp>
    </p:spTree>
    <p:extLst>
      <p:ext uri="{BB962C8B-B14F-4D97-AF65-F5344CB8AC3E}">
        <p14:creationId xmlns:p14="http://schemas.microsoft.com/office/powerpoint/2010/main" val="760182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a:t>
            </a:r>
            <a:r>
              <a:rPr lang="en-US" baseline="0" dirty="0"/>
              <a:t> image of a cross sectioned hinge. Each dark line represents a disturbance in shell growth. The most prominent lines, which are marked with squares, are the annual growth lines (termed annuli). The hinge grows proportionally to the rest of the shell. Under magnification, these lines were counted and the distance between them measured to see how much growth occurred in each year of the clam’s life. This individual has 20 growth lines, plus a growing edge on the right. Since it was collected in 1986, we estimated its birth year as 1965.</a:t>
            </a:r>
            <a:endParaRPr lang="en-US" dirty="0"/>
          </a:p>
        </p:txBody>
      </p:sp>
      <p:sp>
        <p:nvSpPr>
          <p:cNvPr id="4" name="Slide Number Placeholder 3"/>
          <p:cNvSpPr>
            <a:spLocks noGrp="1"/>
          </p:cNvSpPr>
          <p:nvPr>
            <p:ph type="sldNum" sz="quarter" idx="10"/>
          </p:nvPr>
        </p:nvSpPr>
        <p:spPr/>
        <p:txBody>
          <a:bodyPr/>
          <a:lstStyle/>
          <a:p>
            <a:fld id="{80F9187E-BDF7-3647-AE2D-316B1483CF51}" type="slidenum">
              <a:rPr lang="en-US" smtClean="0"/>
              <a:t>3</a:t>
            </a:fld>
            <a:endParaRPr lang="en-US"/>
          </a:p>
        </p:txBody>
      </p:sp>
    </p:spTree>
    <p:extLst>
      <p:ext uri="{BB962C8B-B14F-4D97-AF65-F5344CB8AC3E}">
        <p14:creationId xmlns:p14="http://schemas.microsoft.com/office/powerpoint/2010/main" val="1122674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Plotting the increments between each annual</a:t>
            </a:r>
            <a:r>
              <a:rPr lang="en-US" baseline="0" dirty="0"/>
              <a:t> line, we get a plot that looks like this. This is an individual growth curve, with each year of the clam’s life on the x-axis and the cumulative hinge length on the y-axis. We notice that the first 4-5 growth increments are the largest (with the 4</a:t>
            </a:r>
            <a:r>
              <a:rPr lang="en-US" baseline="30000" dirty="0"/>
              <a:t>th</a:t>
            </a:r>
            <a:r>
              <a:rPr lang="en-US" baseline="0" dirty="0"/>
              <a:t> increment being the largest on average across the collection of many clams). This will be important later in describing growth over the entire life span. All future growth curves will all be measurements on the hinge but remember that it is proportional to the entire shell length.</a:t>
            </a:r>
            <a:endParaRPr lang="en-US" dirty="0"/>
          </a:p>
        </p:txBody>
      </p:sp>
      <p:sp>
        <p:nvSpPr>
          <p:cNvPr id="4" name="Slide Number Placeholder 3"/>
          <p:cNvSpPr>
            <a:spLocks noGrp="1"/>
          </p:cNvSpPr>
          <p:nvPr>
            <p:ph type="sldNum" sz="quarter" idx="5"/>
          </p:nvPr>
        </p:nvSpPr>
        <p:spPr/>
        <p:txBody>
          <a:bodyPr/>
          <a:lstStyle/>
          <a:p>
            <a:fld id="{80F9187E-BDF7-3647-AE2D-316B1483CF51}" type="slidenum">
              <a:rPr lang="en-US" smtClean="0"/>
              <a:t>4</a:t>
            </a:fld>
            <a:endParaRPr lang="en-US"/>
          </a:p>
        </p:txBody>
      </p:sp>
    </p:spTree>
    <p:extLst>
      <p:ext uri="{BB962C8B-B14F-4D97-AF65-F5344CB8AC3E}">
        <p14:creationId xmlns:p14="http://schemas.microsoft.com/office/powerpoint/2010/main" val="758805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20y</a:t>
            </a:r>
          </a:p>
        </p:txBody>
      </p:sp>
      <p:sp>
        <p:nvSpPr>
          <p:cNvPr id="4" name="Slide Number Placeholder 3"/>
          <p:cNvSpPr>
            <a:spLocks noGrp="1"/>
          </p:cNvSpPr>
          <p:nvPr>
            <p:ph type="sldNum" sz="quarter" idx="5"/>
          </p:nvPr>
        </p:nvSpPr>
        <p:spPr/>
        <p:txBody>
          <a:bodyPr/>
          <a:lstStyle/>
          <a:p>
            <a:fld id="{552E265F-5614-914A-81B1-B6B3AA4E4ADA}" type="slidenum">
              <a:rPr lang="en-US" smtClean="0"/>
              <a:t>5</a:t>
            </a:fld>
            <a:endParaRPr lang="en-US"/>
          </a:p>
        </p:txBody>
      </p:sp>
    </p:spTree>
    <p:extLst>
      <p:ext uri="{BB962C8B-B14F-4D97-AF65-F5344CB8AC3E}">
        <p14:creationId xmlns:p14="http://schemas.microsoft.com/office/powerpoint/2010/main" val="3457337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22y</a:t>
            </a:r>
          </a:p>
        </p:txBody>
      </p:sp>
      <p:sp>
        <p:nvSpPr>
          <p:cNvPr id="4" name="Slide Number Placeholder 3"/>
          <p:cNvSpPr>
            <a:spLocks noGrp="1"/>
          </p:cNvSpPr>
          <p:nvPr>
            <p:ph type="sldNum" sz="quarter" idx="5"/>
          </p:nvPr>
        </p:nvSpPr>
        <p:spPr/>
        <p:txBody>
          <a:bodyPr/>
          <a:lstStyle/>
          <a:p>
            <a:fld id="{552E265F-5614-914A-81B1-B6B3AA4E4ADA}" type="slidenum">
              <a:rPr lang="en-US" smtClean="0"/>
              <a:t>6</a:t>
            </a:fld>
            <a:endParaRPr lang="en-US"/>
          </a:p>
        </p:txBody>
      </p:sp>
    </p:spTree>
    <p:extLst>
      <p:ext uri="{BB962C8B-B14F-4D97-AF65-F5344CB8AC3E}">
        <p14:creationId xmlns:p14="http://schemas.microsoft.com/office/powerpoint/2010/main" val="3527622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26y</a:t>
            </a:r>
          </a:p>
        </p:txBody>
      </p:sp>
      <p:sp>
        <p:nvSpPr>
          <p:cNvPr id="4" name="Slide Number Placeholder 3"/>
          <p:cNvSpPr>
            <a:spLocks noGrp="1"/>
          </p:cNvSpPr>
          <p:nvPr>
            <p:ph type="sldNum" sz="quarter" idx="5"/>
          </p:nvPr>
        </p:nvSpPr>
        <p:spPr/>
        <p:txBody>
          <a:bodyPr/>
          <a:lstStyle/>
          <a:p>
            <a:fld id="{552E265F-5614-914A-81B1-B6B3AA4E4ADA}" type="slidenum">
              <a:rPr lang="en-US" smtClean="0"/>
              <a:t>7</a:t>
            </a:fld>
            <a:endParaRPr lang="en-US"/>
          </a:p>
        </p:txBody>
      </p:sp>
    </p:spTree>
    <p:extLst>
      <p:ext uri="{BB962C8B-B14F-4D97-AF65-F5344CB8AC3E}">
        <p14:creationId xmlns:p14="http://schemas.microsoft.com/office/powerpoint/2010/main" val="166316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15y plus ?another near origin?</a:t>
            </a:r>
          </a:p>
        </p:txBody>
      </p:sp>
      <p:sp>
        <p:nvSpPr>
          <p:cNvPr id="4" name="Slide Number Placeholder 3"/>
          <p:cNvSpPr>
            <a:spLocks noGrp="1"/>
          </p:cNvSpPr>
          <p:nvPr>
            <p:ph type="sldNum" sz="quarter" idx="5"/>
          </p:nvPr>
        </p:nvSpPr>
        <p:spPr/>
        <p:txBody>
          <a:bodyPr/>
          <a:lstStyle/>
          <a:p>
            <a:fld id="{552E265F-5614-914A-81B1-B6B3AA4E4ADA}" type="slidenum">
              <a:rPr lang="en-US" smtClean="0"/>
              <a:t>8</a:t>
            </a:fld>
            <a:endParaRPr lang="en-US"/>
          </a:p>
        </p:txBody>
      </p:sp>
    </p:spTree>
    <p:extLst>
      <p:ext uri="{BB962C8B-B14F-4D97-AF65-F5344CB8AC3E}">
        <p14:creationId xmlns:p14="http://schemas.microsoft.com/office/powerpoint/2010/main" val="1212868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10y</a:t>
            </a:r>
          </a:p>
        </p:txBody>
      </p:sp>
      <p:sp>
        <p:nvSpPr>
          <p:cNvPr id="4" name="Slide Number Placeholder 3"/>
          <p:cNvSpPr>
            <a:spLocks noGrp="1"/>
          </p:cNvSpPr>
          <p:nvPr>
            <p:ph type="sldNum" sz="quarter" idx="5"/>
          </p:nvPr>
        </p:nvSpPr>
        <p:spPr/>
        <p:txBody>
          <a:bodyPr/>
          <a:lstStyle/>
          <a:p>
            <a:fld id="{552E265F-5614-914A-81B1-B6B3AA4E4ADA}" type="slidenum">
              <a:rPr lang="en-US" smtClean="0"/>
              <a:t>9</a:t>
            </a:fld>
            <a:endParaRPr lang="en-US"/>
          </a:p>
        </p:txBody>
      </p:sp>
    </p:spTree>
    <p:extLst>
      <p:ext uri="{BB962C8B-B14F-4D97-AF65-F5344CB8AC3E}">
        <p14:creationId xmlns:p14="http://schemas.microsoft.com/office/powerpoint/2010/main" val="15837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18y</a:t>
            </a:r>
          </a:p>
        </p:txBody>
      </p:sp>
      <p:sp>
        <p:nvSpPr>
          <p:cNvPr id="4" name="Slide Number Placeholder 3"/>
          <p:cNvSpPr>
            <a:spLocks noGrp="1"/>
          </p:cNvSpPr>
          <p:nvPr>
            <p:ph type="sldNum" sz="quarter" idx="5"/>
          </p:nvPr>
        </p:nvSpPr>
        <p:spPr/>
        <p:txBody>
          <a:bodyPr/>
          <a:lstStyle/>
          <a:p>
            <a:fld id="{552E265F-5614-914A-81B1-B6B3AA4E4ADA}" type="slidenum">
              <a:rPr lang="en-US" smtClean="0"/>
              <a:t>10</a:t>
            </a:fld>
            <a:endParaRPr lang="en-US"/>
          </a:p>
        </p:txBody>
      </p:sp>
    </p:spTree>
    <p:extLst>
      <p:ext uri="{BB962C8B-B14F-4D97-AF65-F5344CB8AC3E}">
        <p14:creationId xmlns:p14="http://schemas.microsoft.com/office/powerpoint/2010/main" val="2305452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18y</a:t>
            </a:r>
          </a:p>
        </p:txBody>
      </p:sp>
      <p:sp>
        <p:nvSpPr>
          <p:cNvPr id="4" name="Slide Number Placeholder 3"/>
          <p:cNvSpPr>
            <a:spLocks noGrp="1"/>
          </p:cNvSpPr>
          <p:nvPr>
            <p:ph type="sldNum" sz="quarter" idx="5"/>
          </p:nvPr>
        </p:nvSpPr>
        <p:spPr/>
        <p:txBody>
          <a:bodyPr/>
          <a:lstStyle/>
          <a:p>
            <a:fld id="{552E265F-5614-914A-81B1-B6B3AA4E4ADA}" type="slidenum">
              <a:rPr lang="en-US" smtClean="0"/>
              <a:t>11</a:t>
            </a:fld>
            <a:endParaRPr lang="en-US"/>
          </a:p>
        </p:txBody>
      </p:sp>
    </p:spTree>
    <p:extLst>
      <p:ext uri="{BB962C8B-B14F-4D97-AF65-F5344CB8AC3E}">
        <p14:creationId xmlns:p14="http://schemas.microsoft.com/office/powerpoint/2010/main" val="2830413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14y</a:t>
            </a:r>
          </a:p>
        </p:txBody>
      </p:sp>
      <p:sp>
        <p:nvSpPr>
          <p:cNvPr id="4" name="Slide Number Placeholder 3"/>
          <p:cNvSpPr>
            <a:spLocks noGrp="1"/>
          </p:cNvSpPr>
          <p:nvPr>
            <p:ph type="sldNum" sz="quarter" idx="5"/>
          </p:nvPr>
        </p:nvSpPr>
        <p:spPr/>
        <p:txBody>
          <a:bodyPr/>
          <a:lstStyle/>
          <a:p>
            <a:fld id="{552E265F-5614-914A-81B1-B6B3AA4E4ADA}" type="slidenum">
              <a:rPr lang="en-US" smtClean="0"/>
              <a:t>12</a:t>
            </a:fld>
            <a:endParaRPr lang="en-US"/>
          </a:p>
        </p:txBody>
      </p:sp>
    </p:spTree>
    <p:extLst>
      <p:ext uri="{BB962C8B-B14F-4D97-AF65-F5344CB8AC3E}">
        <p14:creationId xmlns:p14="http://schemas.microsoft.com/office/powerpoint/2010/main" val="4197692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a:t>
            </a:r>
          </a:p>
        </p:txBody>
      </p:sp>
      <p:sp>
        <p:nvSpPr>
          <p:cNvPr id="4" name="Slide Number Placeholder 3"/>
          <p:cNvSpPr>
            <a:spLocks noGrp="1"/>
          </p:cNvSpPr>
          <p:nvPr>
            <p:ph type="sldNum" sz="quarter" idx="5"/>
          </p:nvPr>
        </p:nvSpPr>
        <p:spPr/>
        <p:txBody>
          <a:bodyPr/>
          <a:lstStyle/>
          <a:p>
            <a:fld id="{552E265F-5614-914A-81B1-B6B3AA4E4ADA}" type="slidenum">
              <a:rPr lang="en-US" smtClean="0"/>
              <a:t>13</a:t>
            </a:fld>
            <a:endParaRPr lang="en-US"/>
          </a:p>
        </p:txBody>
      </p:sp>
    </p:spTree>
    <p:extLst>
      <p:ext uri="{BB962C8B-B14F-4D97-AF65-F5344CB8AC3E}">
        <p14:creationId xmlns:p14="http://schemas.microsoft.com/office/powerpoint/2010/main" val="1103871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8y</a:t>
            </a:r>
          </a:p>
        </p:txBody>
      </p:sp>
      <p:sp>
        <p:nvSpPr>
          <p:cNvPr id="4" name="Slide Number Placeholder 3"/>
          <p:cNvSpPr>
            <a:spLocks noGrp="1"/>
          </p:cNvSpPr>
          <p:nvPr>
            <p:ph type="sldNum" sz="quarter" idx="5"/>
          </p:nvPr>
        </p:nvSpPr>
        <p:spPr/>
        <p:txBody>
          <a:bodyPr/>
          <a:lstStyle/>
          <a:p>
            <a:fld id="{552E265F-5614-914A-81B1-B6B3AA4E4ADA}" type="slidenum">
              <a:rPr lang="en-US" smtClean="0"/>
              <a:t>14</a:t>
            </a:fld>
            <a:endParaRPr lang="en-US"/>
          </a:p>
        </p:txBody>
      </p:sp>
    </p:spTree>
    <p:extLst>
      <p:ext uri="{BB962C8B-B14F-4D97-AF65-F5344CB8AC3E}">
        <p14:creationId xmlns:p14="http://schemas.microsoft.com/office/powerpoint/2010/main" val="1780188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6y</a:t>
            </a:r>
          </a:p>
        </p:txBody>
      </p:sp>
      <p:sp>
        <p:nvSpPr>
          <p:cNvPr id="4" name="Slide Number Placeholder 3"/>
          <p:cNvSpPr>
            <a:spLocks noGrp="1"/>
          </p:cNvSpPr>
          <p:nvPr>
            <p:ph type="sldNum" sz="quarter" idx="5"/>
          </p:nvPr>
        </p:nvSpPr>
        <p:spPr/>
        <p:txBody>
          <a:bodyPr/>
          <a:lstStyle/>
          <a:p>
            <a:fld id="{552E265F-5614-914A-81B1-B6B3AA4E4ADA}" type="slidenum">
              <a:rPr lang="en-US" smtClean="0"/>
              <a:t>15</a:t>
            </a:fld>
            <a:endParaRPr lang="en-US"/>
          </a:p>
        </p:txBody>
      </p:sp>
    </p:spTree>
    <p:extLst>
      <p:ext uri="{BB962C8B-B14F-4D97-AF65-F5344CB8AC3E}">
        <p14:creationId xmlns:p14="http://schemas.microsoft.com/office/powerpoint/2010/main" val="2124484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31y – seems high but the lines are there. </a:t>
            </a:r>
          </a:p>
        </p:txBody>
      </p:sp>
      <p:sp>
        <p:nvSpPr>
          <p:cNvPr id="4" name="Slide Number Placeholder 3"/>
          <p:cNvSpPr>
            <a:spLocks noGrp="1"/>
          </p:cNvSpPr>
          <p:nvPr>
            <p:ph type="sldNum" sz="quarter" idx="5"/>
          </p:nvPr>
        </p:nvSpPr>
        <p:spPr/>
        <p:txBody>
          <a:bodyPr/>
          <a:lstStyle/>
          <a:p>
            <a:fld id="{552E265F-5614-914A-81B1-B6B3AA4E4ADA}" type="slidenum">
              <a:rPr lang="en-US" smtClean="0"/>
              <a:t>16</a:t>
            </a:fld>
            <a:endParaRPr lang="en-US"/>
          </a:p>
        </p:txBody>
      </p:sp>
    </p:spTree>
    <p:extLst>
      <p:ext uri="{BB962C8B-B14F-4D97-AF65-F5344CB8AC3E}">
        <p14:creationId xmlns:p14="http://schemas.microsoft.com/office/powerpoint/2010/main" val="865085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11y</a:t>
            </a:r>
          </a:p>
        </p:txBody>
      </p:sp>
      <p:sp>
        <p:nvSpPr>
          <p:cNvPr id="4" name="Slide Number Placeholder 3"/>
          <p:cNvSpPr>
            <a:spLocks noGrp="1"/>
          </p:cNvSpPr>
          <p:nvPr>
            <p:ph type="sldNum" sz="quarter" idx="5"/>
          </p:nvPr>
        </p:nvSpPr>
        <p:spPr/>
        <p:txBody>
          <a:bodyPr/>
          <a:lstStyle/>
          <a:p>
            <a:fld id="{552E265F-5614-914A-81B1-B6B3AA4E4ADA}" type="slidenum">
              <a:rPr lang="en-US" smtClean="0"/>
              <a:t>17</a:t>
            </a:fld>
            <a:endParaRPr lang="en-US"/>
          </a:p>
        </p:txBody>
      </p:sp>
    </p:spTree>
    <p:extLst>
      <p:ext uri="{BB962C8B-B14F-4D97-AF65-F5344CB8AC3E}">
        <p14:creationId xmlns:p14="http://schemas.microsoft.com/office/powerpoint/2010/main" val="1434726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9y</a:t>
            </a:r>
          </a:p>
        </p:txBody>
      </p:sp>
      <p:sp>
        <p:nvSpPr>
          <p:cNvPr id="4" name="Slide Number Placeholder 3"/>
          <p:cNvSpPr>
            <a:spLocks noGrp="1"/>
          </p:cNvSpPr>
          <p:nvPr>
            <p:ph type="sldNum" sz="quarter" idx="5"/>
          </p:nvPr>
        </p:nvSpPr>
        <p:spPr/>
        <p:txBody>
          <a:bodyPr/>
          <a:lstStyle/>
          <a:p>
            <a:fld id="{552E265F-5614-914A-81B1-B6B3AA4E4ADA}" type="slidenum">
              <a:rPr lang="en-US" smtClean="0"/>
              <a:t>18</a:t>
            </a:fld>
            <a:endParaRPr lang="en-US"/>
          </a:p>
        </p:txBody>
      </p:sp>
    </p:spTree>
    <p:extLst>
      <p:ext uri="{BB962C8B-B14F-4D97-AF65-F5344CB8AC3E}">
        <p14:creationId xmlns:p14="http://schemas.microsoft.com/office/powerpoint/2010/main" val="3068444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y plus perhaps one more near the origin in the yellow circle. </a:t>
            </a:r>
          </a:p>
        </p:txBody>
      </p:sp>
      <p:sp>
        <p:nvSpPr>
          <p:cNvPr id="4" name="Slide Number Placeholder 3"/>
          <p:cNvSpPr>
            <a:spLocks noGrp="1"/>
          </p:cNvSpPr>
          <p:nvPr>
            <p:ph type="sldNum" sz="quarter" idx="5"/>
          </p:nvPr>
        </p:nvSpPr>
        <p:spPr/>
        <p:txBody>
          <a:bodyPr/>
          <a:lstStyle/>
          <a:p>
            <a:fld id="{552E265F-5614-914A-81B1-B6B3AA4E4ADA}" type="slidenum">
              <a:rPr lang="en-US" smtClean="0"/>
              <a:t>19</a:t>
            </a:fld>
            <a:endParaRPr lang="en-US"/>
          </a:p>
        </p:txBody>
      </p:sp>
    </p:spTree>
    <p:extLst>
      <p:ext uri="{BB962C8B-B14F-4D97-AF65-F5344CB8AC3E}">
        <p14:creationId xmlns:p14="http://schemas.microsoft.com/office/powerpoint/2010/main" val="3632418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25y</a:t>
            </a:r>
          </a:p>
        </p:txBody>
      </p:sp>
      <p:sp>
        <p:nvSpPr>
          <p:cNvPr id="4" name="Slide Number Placeholder 3"/>
          <p:cNvSpPr>
            <a:spLocks noGrp="1"/>
          </p:cNvSpPr>
          <p:nvPr>
            <p:ph type="sldNum" sz="quarter" idx="5"/>
          </p:nvPr>
        </p:nvSpPr>
        <p:spPr/>
        <p:txBody>
          <a:bodyPr/>
          <a:lstStyle/>
          <a:p>
            <a:fld id="{552E265F-5614-914A-81B1-B6B3AA4E4ADA}" type="slidenum">
              <a:rPr lang="en-US" smtClean="0"/>
              <a:t>20</a:t>
            </a:fld>
            <a:endParaRPr lang="en-US"/>
          </a:p>
        </p:txBody>
      </p:sp>
    </p:spTree>
    <p:extLst>
      <p:ext uri="{BB962C8B-B14F-4D97-AF65-F5344CB8AC3E}">
        <p14:creationId xmlns:p14="http://schemas.microsoft.com/office/powerpoint/2010/main" val="3911321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7y</a:t>
            </a:r>
          </a:p>
        </p:txBody>
      </p:sp>
      <p:sp>
        <p:nvSpPr>
          <p:cNvPr id="4" name="Slide Number Placeholder 3"/>
          <p:cNvSpPr>
            <a:spLocks noGrp="1"/>
          </p:cNvSpPr>
          <p:nvPr>
            <p:ph type="sldNum" sz="quarter" idx="5"/>
          </p:nvPr>
        </p:nvSpPr>
        <p:spPr/>
        <p:txBody>
          <a:bodyPr/>
          <a:lstStyle/>
          <a:p>
            <a:fld id="{552E265F-5614-914A-81B1-B6B3AA4E4ADA}" type="slidenum">
              <a:rPr lang="en-US" smtClean="0"/>
              <a:t>21</a:t>
            </a:fld>
            <a:endParaRPr lang="en-US"/>
          </a:p>
        </p:txBody>
      </p:sp>
    </p:spTree>
    <p:extLst>
      <p:ext uri="{BB962C8B-B14F-4D97-AF65-F5344CB8AC3E}">
        <p14:creationId xmlns:p14="http://schemas.microsoft.com/office/powerpoint/2010/main" val="30543867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4y</a:t>
            </a:r>
          </a:p>
        </p:txBody>
      </p:sp>
      <p:sp>
        <p:nvSpPr>
          <p:cNvPr id="4" name="Slide Number Placeholder 3"/>
          <p:cNvSpPr>
            <a:spLocks noGrp="1"/>
          </p:cNvSpPr>
          <p:nvPr>
            <p:ph type="sldNum" sz="quarter" idx="5"/>
          </p:nvPr>
        </p:nvSpPr>
        <p:spPr/>
        <p:txBody>
          <a:bodyPr/>
          <a:lstStyle/>
          <a:p>
            <a:fld id="{552E265F-5614-914A-81B1-B6B3AA4E4ADA}" type="slidenum">
              <a:rPr lang="en-US" smtClean="0"/>
              <a:t>22</a:t>
            </a:fld>
            <a:endParaRPr lang="en-US"/>
          </a:p>
        </p:txBody>
      </p:sp>
    </p:spTree>
    <p:extLst>
      <p:ext uri="{BB962C8B-B14F-4D97-AF65-F5344CB8AC3E}">
        <p14:creationId xmlns:p14="http://schemas.microsoft.com/office/powerpoint/2010/main" val="3306419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4y – this may be 5 </a:t>
            </a:r>
          </a:p>
        </p:txBody>
      </p:sp>
      <p:sp>
        <p:nvSpPr>
          <p:cNvPr id="4" name="Slide Number Placeholder 3"/>
          <p:cNvSpPr>
            <a:spLocks noGrp="1"/>
          </p:cNvSpPr>
          <p:nvPr>
            <p:ph type="sldNum" sz="quarter" idx="5"/>
          </p:nvPr>
        </p:nvSpPr>
        <p:spPr/>
        <p:txBody>
          <a:bodyPr/>
          <a:lstStyle/>
          <a:p>
            <a:fld id="{552E265F-5614-914A-81B1-B6B3AA4E4ADA}" type="slidenum">
              <a:rPr lang="en-US" smtClean="0"/>
              <a:t>23</a:t>
            </a:fld>
            <a:endParaRPr lang="en-US"/>
          </a:p>
        </p:txBody>
      </p:sp>
    </p:spTree>
    <p:extLst>
      <p:ext uri="{BB962C8B-B14F-4D97-AF65-F5344CB8AC3E}">
        <p14:creationId xmlns:p14="http://schemas.microsoft.com/office/powerpoint/2010/main" val="4335170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5y, but note the way two lines in yellow converge, so I suspect another one near the origin</a:t>
            </a:r>
          </a:p>
        </p:txBody>
      </p:sp>
      <p:sp>
        <p:nvSpPr>
          <p:cNvPr id="4" name="Slide Number Placeholder 3"/>
          <p:cNvSpPr>
            <a:spLocks noGrp="1"/>
          </p:cNvSpPr>
          <p:nvPr>
            <p:ph type="sldNum" sz="quarter" idx="5"/>
          </p:nvPr>
        </p:nvSpPr>
        <p:spPr/>
        <p:txBody>
          <a:bodyPr/>
          <a:lstStyle/>
          <a:p>
            <a:fld id="{552E265F-5614-914A-81B1-B6B3AA4E4ADA}" type="slidenum">
              <a:rPr lang="en-US" smtClean="0"/>
              <a:t>24</a:t>
            </a:fld>
            <a:endParaRPr lang="en-US"/>
          </a:p>
        </p:txBody>
      </p:sp>
    </p:spTree>
    <p:extLst>
      <p:ext uri="{BB962C8B-B14F-4D97-AF65-F5344CB8AC3E}">
        <p14:creationId xmlns:p14="http://schemas.microsoft.com/office/powerpoint/2010/main" val="37015914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31y</a:t>
            </a:r>
          </a:p>
        </p:txBody>
      </p:sp>
      <p:sp>
        <p:nvSpPr>
          <p:cNvPr id="4" name="Slide Number Placeholder 3"/>
          <p:cNvSpPr>
            <a:spLocks noGrp="1"/>
          </p:cNvSpPr>
          <p:nvPr>
            <p:ph type="sldNum" sz="quarter" idx="5"/>
          </p:nvPr>
        </p:nvSpPr>
        <p:spPr/>
        <p:txBody>
          <a:bodyPr/>
          <a:lstStyle/>
          <a:p>
            <a:fld id="{552E265F-5614-914A-81B1-B6B3AA4E4ADA}" type="slidenum">
              <a:rPr lang="en-US" smtClean="0"/>
              <a:t>25</a:t>
            </a:fld>
            <a:endParaRPr lang="en-US"/>
          </a:p>
        </p:txBody>
      </p:sp>
    </p:spTree>
    <p:extLst>
      <p:ext uri="{BB962C8B-B14F-4D97-AF65-F5344CB8AC3E}">
        <p14:creationId xmlns:p14="http://schemas.microsoft.com/office/powerpoint/2010/main" val="31326289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19y</a:t>
            </a:r>
          </a:p>
        </p:txBody>
      </p:sp>
      <p:sp>
        <p:nvSpPr>
          <p:cNvPr id="4" name="Slide Number Placeholder 3"/>
          <p:cNvSpPr>
            <a:spLocks noGrp="1"/>
          </p:cNvSpPr>
          <p:nvPr>
            <p:ph type="sldNum" sz="quarter" idx="5"/>
          </p:nvPr>
        </p:nvSpPr>
        <p:spPr/>
        <p:txBody>
          <a:bodyPr/>
          <a:lstStyle/>
          <a:p>
            <a:fld id="{552E265F-5614-914A-81B1-B6B3AA4E4ADA}" type="slidenum">
              <a:rPr lang="en-US" smtClean="0"/>
              <a:t>26</a:t>
            </a:fld>
            <a:endParaRPr lang="en-US"/>
          </a:p>
        </p:txBody>
      </p:sp>
    </p:spTree>
    <p:extLst>
      <p:ext uri="{BB962C8B-B14F-4D97-AF65-F5344CB8AC3E}">
        <p14:creationId xmlns:p14="http://schemas.microsoft.com/office/powerpoint/2010/main" val="37951258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15y</a:t>
            </a:r>
          </a:p>
        </p:txBody>
      </p:sp>
      <p:sp>
        <p:nvSpPr>
          <p:cNvPr id="4" name="Slide Number Placeholder 3"/>
          <p:cNvSpPr>
            <a:spLocks noGrp="1"/>
          </p:cNvSpPr>
          <p:nvPr>
            <p:ph type="sldNum" sz="quarter" idx="5"/>
          </p:nvPr>
        </p:nvSpPr>
        <p:spPr/>
        <p:txBody>
          <a:bodyPr/>
          <a:lstStyle/>
          <a:p>
            <a:fld id="{552E265F-5614-914A-81B1-B6B3AA4E4ADA}" type="slidenum">
              <a:rPr lang="en-US" smtClean="0"/>
              <a:t>27</a:t>
            </a:fld>
            <a:endParaRPr lang="en-US"/>
          </a:p>
        </p:txBody>
      </p:sp>
    </p:spTree>
    <p:extLst>
      <p:ext uri="{BB962C8B-B14F-4D97-AF65-F5344CB8AC3E}">
        <p14:creationId xmlns:p14="http://schemas.microsoft.com/office/powerpoint/2010/main" val="7687424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21y</a:t>
            </a:r>
          </a:p>
        </p:txBody>
      </p:sp>
      <p:sp>
        <p:nvSpPr>
          <p:cNvPr id="4" name="Slide Number Placeholder 3"/>
          <p:cNvSpPr>
            <a:spLocks noGrp="1"/>
          </p:cNvSpPr>
          <p:nvPr>
            <p:ph type="sldNum" sz="quarter" idx="5"/>
          </p:nvPr>
        </p:nvSpPr>
        <p:spPr/>
        <p:txBody>
          <a:bodyPr/>
          <a:lstStyle/>
          <a:p>
            <a:fld id="{552E265F-5614-914A-81B1-B6B3AA4E4ADA}" type="slidenum">
              <a:rPr lang="en-US" smtClean="0"/>
              <a:t>28</a:t>
            </a:fld>
            <a:endParaRPr lang="en-US"/>
          </a:p>
        </p:txBody>
      </p:sp>
    </p:spTree>
    <p:extLst>
      <p:ext uri="{BB962C8B-B14F-4D97-AF65-F5344CB8AC3E}">
        <p14:creationId xmlns:p14="http://schemas.microsoft.com/office/powerpoint/2010/main" val="32851159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9y</a:t>
            </a:r>
          </a:p>
        </p:txBody>
      </p:sp>
      <p:sp>
        <p:nvSpPr>
          <p:cNvPr id="4" name="Slide Number Placeholder 3"/>
          <p:cNvSpPr>
            <a:spLocks noGrp="1"/>
          </p:cNvSpPr>
          <p:nvPr>
            <p:ph type="sldNum" sz="quarter" idx="5"/>
          </p:nvPr>
        </p:nvSpPr>
        <p:spPr/>
        <p:txBody>
          <a:bodyPr/>
          <a:lstStyle/>
          <a:p>
            <a:fld id="{552E265F-5614-914A-81B1-B6B3AA4E4ADA}" type="slidenum">
              <a:rPr lang="en-US" smtClean="0"/>
              <a:t>29</a:t>
            </a:fld>
            <a:endParaRPr lang="en-US"/>
          </a:p>
        </p:txBody>
      </p:sp>
    </p:spTree>
    <p:extLst>
      <p:ext uri="{BB962C8B-B14F-4D97-AF65-F5344CB8AC3E}">
        <p14:creationId xmlns:p14="http://schemas.microsoft.com/office/powerpoint/2010/main" val="14234827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16y</a:t>
            </a:r>
          </a:p>
        </p:txBody>
      </p:sp>
      <p:sp>
        <p:nvSpPr>
          <p:cNvPr id="4" name="Slide Number Placeholder 3"/>
          <p:cNvSpPr>
            <a:spLocks noGrp="1"/>
          </p:cNvSpPr>
          <p:nvPr>
            <p:ph type="sldNum" sz="quarter" idx="5"/>
          </p:nvPr>
        </p:nvSpPr>
        <p:spPr/>
        <p:txBody>
          <a:bodyPr/>
          <a:lstStyle/>
          <a:p>
            <a:fld id="{552E265F-5614-914A-81B1-B6B3AA4E4ADA}" type="slidenum">
              <a:rPr lang="en-US" smtClean="0"/>
              <a:t>30</a:t>
            </a:fld>
            <a:endParaRPr lang="en-US"/>
          </a:p>
        </p:txBody>
      </p:sp>
    </p:spTree>
    <p:extLst>
      <p:ext uri="{BB962C8B-B14F-4D97-AF65-F5344CB8AC3E}">
        <p14:creationId xmlns:p14="http://schemas.microsoft.com/office/powerpoint/2010/main" val="37067981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6y</a:t>
            </a:r>
          </a:p>
        </p:txBody>
      </p:sp>
      <p:sp>
        <p:nvSpPr>
          <p:cNvPr id="4" name="Slide Number Placeholder 3"/>
          <p:cNvSpPr>
            <a:spLocks noGrp="1"/>
          </p:cNvSpPr>
          <p:nvPr>
            <p:ph type="sldNum" sz="quarter" idx="5"/>
          </p:nvPr>
        </p:nvSpPr>
        <p:spPr/>
        <p:txBody>
          <a:bodyPr/>
          <a:lstStyle/>
          <a:p>
            <a:fld id="{552E265F-5614-914A-81B1-B6B3AA4E4ADA}" type="slidenum">
              <a:rPr lang="en-US" smtClean="0"/>
              <a:t>31</a:t>
            </a:fld>
            <a:endParaRPr lang="en-US"/>
          </a:p>
        </p:txBody>
      </p:sp>
    </p:spTree>
    <p:extLst>
      <p:ext uri="{BB962C8B-B14F-4D97-AF65-F5344CB8AC3E}">
        <p14:creationId xmlns:p14="http://schemas.microsoft.com/office/powerpoint/2010/main" val="15038724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16y + missing lines</a:t>
            </a:r>
          </a:p>
        </p:txBody>
      </p:sp>
      <p:sp>
        <p:nvSpPr>
          <p:cNvPr id="4" name="Slide Number Placeholder 3"/>
          <p:cNvSpPr>
            <a:spLocks noGrp="1"/>
          </p:cNvSpPr>
          <p:nvPr>
            <p:ph type="sldNum" sz="quarter" idx="5"/>
          </p:nvPr>
        </p:nvSpPr>
        <p:spPr/>
        <p:txBody>
          <a:bodyPr/>
          <a:lstStyle/>
          <a:p>
            <a:fld id="{552E265F-5614-914A-81B1-B6B3AA4E4ADA}" type="slidenum">
              <a:rPr lang="en-US" smtClean="0"/>
              <a:t>32</a:t>
            </a:fld>
            <a:endParaRPr lang="en-US"/>
          </a:p>
        </p:txBody>
      </p:sp>
    </p:spTree>
    <p:extLst>
      <p:ext uri="{BB962C8B-B14F-4D97-AF65-F5344CB8AC3E}">
        <p14:creationId xmlns:p14="http://schemas.microsoft.com/office/powerpoint/2010/main" val="32649897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15y</a:t>
            </a:r>
          </a:p>
        </p:txBody>
      </p:sp>
      <p:sp>
        <p:nvSpPr>
          <p:cNvPr id="4" name="Slide Number Placeholder 3"/>
          <p:cNvSpPr>
            <a:spLocks noGrp="1"/>
          </p:cNvSpPr>
          <p:nvPr>
            <p:ph type="sldNum" sz="quarter" idx="5"/>
          </p:nvPr>
        </p:nvSpPr>
        <p:spPr/>
        <p:txBody>
          <a:bodyPr/>
          <a:lstStyle/>
          <a:p>
            <a:fld id="{552E265F-5614-914A-81B1-B6B3AA4E4ADA}" type="slidenum">
              <a:rPr lang="en-US" smtClean="0"/>
              <a:t>33</a:t>
            </a:fld>
            <a:endParaRPr lang="en-US"/>
          </a:p>
        </p:txBody>
      </p:sp>
    </p:spTree>
    <p:extLst>
      <p:ext uri="{BB962C8B-B14F-4D97-AF65-F5344CB8AC3E}">
        <p14:creationId xmlns:p14="http://schemas.microsoft.com/office/powerpoint/2010/main" val="5953516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14y</a:t>
            </a:r>
            <a:endParaRPr lang="en-US" dirty="0"/>
          </a:p>
        </p:txBody>
      </p:sp>
      <p:sp>
        <p:nvSpPr>
          <p:cNvPr id="4" name="Slide Number Placeholder 3"/>
          <p:cNvSpPr>
            <a:spLocks noGrp="1"/>
          </p:cNvSpPr>
          <p:nvPr>
            <p:ph type="sldNum" sz="quarter" idx="5"/>
          </p:nvPr>
        </p:nvSpPr>
        <p:spPr/>
        <p:txBody>
          <a:bodyPr/>
          <a:lstStyle/>
          <a:p>
            <a:fld id="{552E265F-5614-914A-81B1-B6B3AA4E4ADA}" type="slidenum">
              <a:rPr lang="en-US" smtClean="0"/>
              <a:t>34</a:t>
            </a:fld>
            <a:endParaRPr lang="en-US"/>
          </a:p>
        </p:txBody>
      </p:sp>
    </p:spTree>
    <p:extLst>
      <p:ext uri="{BB962C8B-B14F-4D97-AF65-F5344CB8AC3E}">
        <p14:creationId xmlns:p14="http://schemas.microsoft.com/office/powerpoint/2010/main" val="3212507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5039B-95DF-9842-B9CC-6B9E27231A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0E55E6-B428-204C-82F0-D1E819DE3E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6A60A6-C4C7-184F-B377-AF2F4C919F3A}"/>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5" name="Footer Placeholder 4">
            <a:extLst>
              <a:ext uri="{FF2B5EF4-FFF2-40B4-BE49-F238E27FC236}">
                <a16:creationId xmlns:a16="http://schemas.microsoft.com/office/drawing/2014/main" id="{95AE859D-1130-934E-9CE2-E61D8A975E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5576A3-1F75-3541-8ED3-4DC217FF203A}"/>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930231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B65E4-1A1D-1B4D-8134-15CB4295AD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B8C3EC-75BA-1842-9362-D8C347E1F37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96EB1E-5E1B-5042-BEBA-5085D30692F1}"/>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5" name="Footer Placeholder 4">
            <a:extLst>
              <a:ext uri="{FF2B5EF4-FFF2-40B4-BE49-F238E27FC236}">
                <a16:creationId xmlns:a16="http://schemas.microsoft.com/office/drawing/2014/main" id="{54616B8B-5D8F-FA46-8416-80C03CB55E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FA0234-916D-5345-B638-263AB678ACB0}"/>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1781445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D1BE-2806-864A-94EA-1A009D6512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34D314-3825-3342-B913-CF2CCC246F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D305F62-51C9-7546-85A8-0D768B4B2374}"/>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5" name="Footer Placeholder 4">
            <a:extLst>
              <a:ext uri="{FF2B5EF4-FFF2-40B4-BE49-F238E27FC236}">
                <a16:creationId xmlns:a16="http://schemas.microsoft.com/office/drawing/2014/main" id="{6E0DD52E-024F-804D-9300-579B2693E0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A58788-E58A-C94E-AC22-16DC31B2CA6C}"/>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1826316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98AF9-2AD4-7841-B436-4DAF7BEE3C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B62925-DD01-3143-9249-23C6D285D88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E67CE5-175E-724D-B03A-7FA3C989CA6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094B4B-7180-9B49-B74D-5DE89D0B882C}"/>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6" name="Footer Placeholder 5">
            <a:extLst>
              <a:ext uri="{FF2B5EF4-FFF2-40B4-BE49-F238E27FC236}">
                <a16:creationId xmlns:a16="http://schemas.microsoft.com/office/drawing/2014/main" id="{24881B46-8C3F-5E43-87DC-CA793266A6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25481-0D9C-BB42-916B-8CADE85387D3}"/>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7281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CDD92-1653-1447-B6FB-F990EE082C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F7173E-9004-8E44-A43E-04055138C0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196221A-627C-1342-BC03-0C5B227889F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7671E2-AC13-7844-B34E-73495E4F29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07FCB1B-7FAD-1A41-8CC6-1BFFEABC73B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319C49-26F5-494C-A493-8142E4D28DE0}"/>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8" name="Footer Placeholder 7">
            <a:extLst>
              <a:ext uri="{FF2B5EF4-FFF2-40B4-BE49-F238E27FC236}">
                <a16:creationId xmlns:a16="http://schemas.microsoft.com/office/drawing/2014/main" id="{45FF487F-9BEA-384E-97B1-B825C95BFF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FB49EF-1140-164C-B327-1DD9036EBB64}"/>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3468769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2996C-733D-734E-A620-596033EC05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5F93B3-CB57-A14F-ABF1-5F7A34419049}"/>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4" name="Footer Placeholder 3">
            <a:extLst>
              <a:ext uri="{FF2B5EF4-FFF2-40B4-BE49-F238E27FC236}">
                <a16:creationId xmlns:a16="http://schemas.microsoft.com/office/drawing/2014/main" id="{AB0AB6CC-4189-6E4A-9A28-DCD9683074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96BCF4-C81A-CE49-9328-3BC1913EC3DD}"/>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1916014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6BB12B-DC39-454F-8AA1-31BD2A39C75A}"/>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3" name="Footer Placeholder 2">
            <a:extLst>
              <a:ext uri="{FF2B5EF4-FFF2-40B4-BE49-F238E27FC236}">
                <a16:creationId xmlns:a16="http://schemas.microsoft.com/office/drawing/2014/main" id="{376D8D9E-DB7C-FB47-91E7-B0BF23E7E5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7CCCC5-2F45-F942-9EE3-819E818C748F}"/>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4252709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D08CF-97EA-8048-855C-FDB5B00972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4A8A9F-A169-DB42-A8B0-0704B9CFD6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28663D-0DD0-BB4B-B75A-F5B80B168B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8072CB-CC5D-6C47-8C15-58774C75687B}"/>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6" name="Footer Placeholder 5">
            <a:extLst>
              <a:ext uri="{FF2B5EF4-FFF2-40B4-BE49-F238E27FC236}">
                <a16:creationId xmlns:a16="http://schemas.microsoft.com/office/drawing/2014/main" id="{492964F3-6966-034E-81DB-35AD910C31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60E36E-7ED2-8648-B51A-57B26278E26B}"/>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3847982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6C606-EAEE-884E-B253-57F22FEEF4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63BB4F-36C0-DB43-ACF7-56B6921563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A680FB-311A-724A-BE5A-61FDE4AA92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372BF8C-86A1-0E48-BB07-025F68EC8DCB}"/>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6" name="Footer Placeholder 5">
            <a:extLst>
              <a:ext uri="{FF2B5EF4-FFF2-40B4-BE49-F238E27FC236}">
                <a16:creationId xmlns:a16="http://schemas.microsoft.com/office/drawing/2014/main" id="{F2FE63D5-D5D5-B049-A70B-CE4A0B30E2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1DCEB4-3031-3148-A189-086ECC1591AC}"/>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1522019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F53FA-BF39-1E43-A9B4-23D6C1228D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0E7F50-FED9-CF4A-B864-6958071D1EC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D672A-EEAE-D149-8695-F3EF38C586BA}"/>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5" name="Footer Placeholder 4">
            <a:extLst>
              <a:ext uri="{FF2B5EF4-FFF2-40B4-BE49-F238E27FC236}">
                <a16:creationId xmlns:a16="http://schemas.microsoft.com/office/drawing/2014/main" id="{532F8286-391F-5C47-8CFA-52389835FA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C520A8-1D7B-8A44-8674-C4CF17A01E09}"/>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416575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E32555-E063-F54B-BAA1-24DAD97F4F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33EFA4-C70A-114F-80EC-CD32CD16F8A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3792D4-25C9-2642-BF6E-376CD9A329F2}"/>
              </a:ext>
            </a:extLst>
          </p:cNvPr>
          <p:cNvSpPr>
            <a:spLocks noGrp="1"/>
          </p:cNvSpPr>
          <p:nvPr>
            <p:ph type="dt" sz="half" idx="10"/>
          </p:nvPr>
        </p:nvSpPr>
        <p:spPr/>
        <p:txBody>
          <a:bodyPr/>
          <a:lstStyle/>
          <a:p>
            <a:fld id="{9A04ABBB-AD3A-2B46-8AE9-A8295D55E0BD}" type="datetimeFigureOut">
              <a:rPr lang="en-US" smtClean="0"/>
              <a:t>9/24/25</a:t>
            </a:fld>
            <a:endParaRPr lang="en-US"/>
          </a:p>
        </p:txBody>
      </p:sp>
      <p:sp>
        <p:nvSpPr>
          <p:cNvPr id="5" name="Footer Placeholder 4">
            <a:extLst>
              <a:ext uri="{FF2B5EF4-FFF2-40B4-BE49-F238E27FC236}">
                <a16:creationId xmlns:a16="http://schemas.microsoft.com/office/drawing/2014/main" id="{8ED9A02A-C33F-F94A-AF18-31262C6B4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1C489D-953A-7D47-81EE-9461C00852DA}"/>
              </a:ext>
            </a:extLst>
          </p:cNvPr>
          <p:cNvSpPr>
            <a:spLocks noGrp="1"/>
          </p:cNvSpPr>
          <p:nvPr>
            <p:ph type="sldNum" sz="quarter" idx="12"/>
          </p:nvPr>
        </p:nvSpPr>
        <p:spPr/>
        <p:txBody>
          <a:bodyPr/>
          <a:lstStyle/>
          <a:p>
            <a:fld id="{752D011D-41AD-BF4C-A3B5-9A41FBB39904}" type="slidenum">
              <a:rPr lang="en-US" smtClean="0"/>
              <a:t>‹#›</a:t>
            </a:fld>
            <a:endParaRPr lang="en-US"/>
          </a:p>
        </p:txBody>
      </p:sp>
    </p:spTree>
    <p:extLst>
      <p:ext uri="{BB962C8B-B14F-4D97-AF65-F5344CB8AC3E}">
        <p14:creationId xmlns:p14="http://schemas.microsoft.com/office/powerpoint/2010/main" val="2847002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D34F20-95E3-6646-BBB6-D76509728F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CAF9B3-64D5-6745-8A62-9B26618309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DC6BAE-7DAE-4447-BC4B-779568A6F1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04ABBB-AD3A-2B46-8AE9-A8295D55E0BD}" type="datetimeFigureOut">
              <a:rPr lang="en-US" smtClean="0"/>
              <a:t>9/24/25</a:t>
            </a:fld>
            <a:endParaRPr lang="en-US"/>
          </a:p>
        </p:txBody>
      </p:sp>
      <p:sp>
        <p:nvSpPr>
          <p:cNvPr id="5" name="Footer Placeholder 4">
            <a:extLst>
              <a:ext uri="{FF2B5EF4-FFF2-40B4-BE49-F238E27FC236}">
                <a16:creationId xmlns:a16="http://schemas.microsoft.com/office/drawing/2014/main" id="{6B973AFC-2178-E245-914C-E59E62B9E5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453AA7B-6BB1-8A4F-BA42-913CF32207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D011D-41AD-BF4C-A3B5-9A41FBB39904}" type="slidenum">
              <a:rPr lang="en-US" smtClean="0"/>
              <a:t>‹#›</a:t>
            </a:fld>
            <a:endParaRPr lang="en-US"/>
          </a:p>
        </p:txBody>
      </p:sp>
    </p:spTree>
    <p:extLst>
      <p:ext uri="{BB962C8B-B14F-4D97-AF65-F5344CB8AC3E}">
        <p14:creationId xmlns:p14="http://schemas.microsoft.com/office/powerpoint/2010/main" val="1249008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rmann@vims.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1966C-6465-1146-BD74-477FE940F95B}"/>
              </a:ext>
            </a:extLst>
          </p:cNvPr>
          <p:cNvSpPr>
            <a:spLocks noGrp="1"/>
          </p:cNvSpPr>
          <p:nvPr>
            <p:ph type="ctrTitle"/>
          </p:nvPr>
        </p:nvSpPr>
        <p:spPr>
          <a:xfrm>
            <a:off x="1418897" y="1971599"/>
            <a:ext cx="9144000" cy="2387600"/>
          </a:xfrm>
        </p:spPr>
        <p:txBody>
          <a:bodyPr>
            <a:normAutofit fontScale="90000"/>
          </a:bodyPr>
          <a:lstStyle/>
          <a:p>
            <a:pPr algn="l"/>
            <a:r>
              <a:rPr lang="en-US" sz="2200" dirty="0"/>
              <a:t>Surf Clam growth increments test image set</a:t>
            </a:r>
            <a:br>
              <a:rPr lang="en-US" sz="2200" dirty="0"/>
            </a:br>
            <a:r>
              <a:rPr lang="en-US" sz="2200" dirty="0"/>
              <a:t>Date: 20250924</a:t>
            </a:r>
            <a:br>
              <a:rPr lang="en-US" sz="2200" dirty="0"/>
            </a:br>
            <a:r>
              <a:rPr lang="en-US" sz="2200" dirty="0"/>
              <a:t>Objective: to discriminate the annual growth increments between annual growth signatures (signatures often termed annuli). </a:t>
            </a:r>
            <a:br>
              <a:rPr lang="en-US" sz="2200" dirty="0"/>
            </a:br>
            <a:br>
              <a:rPr lang="en-US" sz="2200" dirty="0"/>
            </a:br>
            <a:r>
              <a:rPr lang="en-US" sz="2200" dirty="0"/>
              <a:t>This presentation includes 30 images that are section of the hinge regions (to be explained in the next three slides) of individual surf clams</a:t>
            </a:r>
            <a:br>
              <a:rPr lang="en-US" sz="2200" dirty="0"/>
            </a:br>
            <a:r>
              <a:rPr lang="en-US" sz="2200" dirty="0"/>
              <a:t>The hinge region contains a complete record of clam growth over its lifetime.</a:t>
            </a:r>
            <a:br>
              <a:rPr lang="en-US" sz="2200" dirty="0"/>
            </a:br>
            <a:r>
              <a:rPr lang="en-US" sz="2200" dirty="0"/>
              <a:t>Each image is an individual .jpg image with marker or arrows added in .ppt. These markers can be deleted as desired and the individual images downloaded.</a:t>
            </a:r>
            <a:br>
              <a:rPr lang="en-US" sz="2200" dirty="0"/>
            </a:br>
            <a:br>
              <a:rPr lang="en-US" sz="2000" dirty="0"/>
            </a:br>
            <a:endParaRPr lang="en-US" sz="2000" dirty="0"/>
          </a:p>
        </p:txBody>
      </p:sp>
      <p:sp>
        <p:nvSpPr>
          <p:cNvPr id="3" name="Subtitle 2">
            <a:extLst>
              <a:ext uri="{FF2B5EF4-FFF2-40B4-BE49-F238E27FC236}">
                <a16:creationId xmlns:a16="http://schemas.microsoft.com/office/drawing/2014/main" id="{1C9914CB-134E-9F46-9290-088A109C2F64}"/>
              </a:ext>
            </a:extLst>
          </p:cNvPr>
          <p:cNvSpPr>
            <a:spLocks noGrp="1"/>
          </p:cNvSpPr>
          <p:nvPr>
            <p:ph type="subTitle" idx="1"/>
          </p:nvPr>
        </p:nvSpPr>
        <p:spPr>
          <a:xfrm>
            <a:off x="1418897" y="5809211"/>
            <a:ext cx="9144000" cy="717714"/>
          </a:xfrm>
        </p:spPr>
        <p:txBody>
          <a:bodyPr>
            <a:normAutofit/>
          </a:bodyPr>
          <a:lstStyle/>
          <a:p>
            <a:r>
              <a:rPr lang="en-US" sz="2000" dirty="0"/>
              <a:t>Source: Roger Mann, VIMS, </a:t>
            </a:r>
            <a:r>
              <a:rPr lang="en-US" sz="2000" dirty="0">
                <a:hlinkClick r:id="rId2"/>
              </a:rPr>
              <a:t>rmann@vims.edu</a:t>
            </a:r>
            <a:r>
              <a:rPr lang="en-US" sz="2000" dirty="0"/>
              <a:t>, 804-815-3550 (cell)</a:t>
            </a:r>
          </a:p>
        </p:txBody>
      </p:sp>
    </p:spTree>
    <p:extLst>
      <p:ext uri="{BB962C8B-B14F-4D97-AF65-F5344CB8AC3E}">
        <p14:creationId xmlns:p14="http://schemas.microsoft.com/office/powerpoint/2010/main" val="3842580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8485"/>
            <a:ext cx="10515600" cy="1325563"/>
          </a:xfrm>
        </p:spPr>
        <p:txBody>
          <a:bodyPr>
            <a:normAutofit/>
          </a:bodyPr>
          <a:lstStyle/>
          <a:p>
            <a:r>
              <a:rPr lang="en-US" sz="2400" dirty="0"/>
              <a:t>How did we obtain the images?: shell processing methods</a:t>
            </a:r>
          </a:p>
        </p:txBody>
      </p:sp>
      <p:cxnSp>
        <p:nvCxnSpPr>
          <p:cNvPr id="4" name="Straight Connector 3"/>
          <p:cNvCxnSpPr/>
          <p:nvPr/>
        </p:nvCxnSpPr>
        <p:spPr>
          <a:xfrm>
            <a:off x="97722" y="128616"/>
            <a:ext cx="12005863" cy="139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93068" y="6689829"/>
            <a:ext cx="12005863" cy="139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01535" y="111682"/>
            <a:ext cx="0" cy="659508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2090464" y="125643"/>
            <a:ext cx="0" cy="6595081"/>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F048572-0D3E-8242-B4A0-155FE812C2F7}"/>
              </a:ext>
            </a:extLst>
          </p:cNvPr>
          <p:cNvPicPr>
            <a:picLocks noChangeAspect="1"/>
          </p:cNvPicPr>
          <p:nvPr/>
        </p:nvPicPr>
        <p:blipFill>
          <a:blip r:embed="rId3"/>
          <a:stretch>
            <a:fillRect/>
          </a:stretch>
        </p:blipFill>
        <p:spPr>
          <a:xfrm>
            <a:off x="6100043" y="1690688"/>
            <a:ext cx="5483958" cy="4486275"/>
          </a:xfrm>
          <a:prstGeom prst="rect">
            <a:avLst/>
          </a:prstGeom>
        </p:spPr>
      </p:pic>
      <p:cxnSp>
        <p:nvCxnSpPr>
          <p:cNvPr id="10" name="Straight Connector 9">
            <a:extLst>
              <a:ext uri="{FF2B5EF4-FFF2-40B4-BE49-F238E27FC236}">
                <a16:creationId xmlns:a16="http://schemas.microsoft.com/office/drawing/2014/main" id="{A4FD80FF-0120-A04E-9DC9-E99D1E3D1550}"/>
              </a:ext>
            </a:extLst>
          </p:cNvPr>
          <p:cNvCxnSpPr/>
          <p:nvPr/>
        </p:nvCxnSpPr>
        <p:spPr>
          <a:xfrm>
            <a:off x="8305842" y="2057992"/>
            <a:ext cx="1300274" cy="3083726"/>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13" name="Oval 12"/>
          <p:cNvSpPr/>
          <p:nvPr/>
        </p:nvSpPr>
        <p:spPr>
          <a:xfrm>
            <a:off x="7927198" y="1824744"/>
            <a:ext cx="1098815" cy="11030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Content Placeholder 2"/>
          <p:cNvSpPr>
            <a:spLocks noGrp="1"/>
          </p:cNvSpPr>
          <p:nvPr>
            <p:ph idx="1"/>
          </p:nvPr>
        </p:nvSpPr>
        <p:spPr>
          <a:xfrm>
            <a:off x="764747" y="1343369"/>
            <a:ext cx="4529413" cy="4724978"/>
          </a:xfrm>
        </p:spPr>
        <p:txBody>
          <a:bodyPr>
            <a:normAutofit/>
          </a:bodyPr>
          <a:lstStyle/>
          <a:p>
            <a:r>
              <a:rPr lang="en-US" sz="2000" dirty="0"/>
              <a:t>Surf clam shells provide a complete growth record</a:t>
            </a:r>
          </a:p>
          <a:p>
            <a:r>
              <a:rPr lang="en-US" sz="2000" dirty="0"/>
              <a:t>This is a view of the inside of one of the two shells (termed valves, clams are bivalve – 2 valve - </a:t>
            </a:r>
            <a:r>
              <a:rPr lang="en-US" sz="2000" dirty="0" err="1"/>
              <a:t>molluscs</a:t>
            </a:r>
            <a:r>
              <a:rPr lang="en-US" sz="2000" dirty="0"/>
              <a:t>) after the shells have been separated.</a:t>
            </a:r>
          </a:p>
          <a:p>
            <a:r>
              <a:rPr lang="en-US" sz="2000" dirty="0"/>
              <a:t> Hinge (circled) is protected from outside abrasion</a:t>
            </a:r>
          </a:p>
          <a:p>
            <a:r>
              <a:rPr lang="en-US" sz="2000" dirty="0"/>
              <a:t>Shells are sectioned along line and the exposed cut (section) polished to see growth signatures </a:t>
            </a:r>
          </a:p>
          <a:p>
            <a:r>
              <a:rPr lang="en-US" sz="2000" dirty="0"/>
              <a:t>The images are of a section of the region circled in red – orientation given by blue arrow</a:t>
            </a:r>
          </a:p>
          <a:p>
            <a:endParaRPr lang="en-US" altLang="en-US" dirty="0"/>
          </a:p>
          <a:p>
            <a:endParaRPr lang="en-US" dirty="0"/>
          </a:p>
        </p:txBody>
      </p:sp>
      <p:sp>
        <p:nvSpPr>
          <p:cNvPr id="3" name="Right Arrow 2">
            <a:extLst>
              <a:ext uri="{FF2B5EF4-FFF2-40B4-BE49-F238E27FC236}">
                <a16:creationId xmlns:a16="http://schemas.microsoft.com/office/drawing/2014/main" id="{9EA5F2BB-22DD-2698-E635-1CF3C3BFB785}"/>
              </a:ext>
            </a:extLst>
          </p:cNvPr>
          <p:cNvSpPr/>
          <p:nvPr/>
        </p:nvSpPr>
        <p:spPr>
          <a:xfrm rot="9601754">
            <a:off x="8541043" y="2169201"/>
            <a:ext cx="978408" cy="1595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2544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8485"/>
            <a:ext cx="10515600" cy="1325563"/>
          </a:xfrm>
        </p:spPr>
        <p:txBody>
          <a:bodyPr/>
          <a:lstStyle/>
          <a:p>
            <a:r>
              <a:rPr lang="en-US" dirty="0"/>
              <a:t>Methods: imaging and aging</a:t>
            </a:r>
          </a:p>
        </p:txBody>
      </p:sp>
      <p:cxnSp>
        <p:nvCxnSpPr>
          <p:cNvPr id="4" name="Straight Connector 3"/>
          <p:cNvCxnSpPr/>
          <p:nvPr/>
        </p:nvCxnSpPr>
        <p:spPr>
          <a:xfrm>
            <a:off x="97722" y="128616"/>
            <a:ext cx="12005863" cy="139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93068" y="6689829"/>
            <a:ext cx="12005863" cy="139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01535" y="111682"/>
            <a:ext cx="0" cy="659508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2090464" y="125643"/>
            <a:ext cx="0" cy="6595081"/>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13" y="1298548"/>
            <a:ext cx="11655507" cy="32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3"/>
          <p:cNvSpPr txBox="1">
            <a:spLocks noChangeArrowheads="1"/>
          </p:cNvSpPr>
          <p:nvPr/>
        </p:nvSpPr>
        <p:spPr bwMode="auto">
          <a:xfrm>
            <a:off x="253649" y="4755012"/>
            <a:ext cx="9084794"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News Gothic MT" charset="0"/>
              </a:defRPr>
            </a:lvl1pPr>
            <a:lvl2pPr marL="742950" indent="-285750">
              <a:defRPr>
                <a:solidFill>
                  <a:schemeClr val="tx1"/>
                </a:solidFill>
                <a:latin typeface="News Gothic MT" charset="0"/>
              </a:defRPr>
            </a:lvl2pPr>
            <a:lvl3pPr marL="1143000" indent="-228600">
              <a:defRPr>
                <a:solidFill>
                  <a:schemeClr val="tx1"/>
                </a:solidFill>
                <a:latin typeface="News Gothic MT" charset="0"/>
              </a:defRPr>
            </a:lvl3pPr>
            <a:lvl4pPr marL="1600200" indent="-228600">
              <a:defRPr>
                <a:solidFill>
                  <a:schemeClr val="tx1"/>
                </a:solidFill>
                <a:latin typeface="News Gothic MT" charset="0"/>
              </a:defRPr>
            </a:lvl4pPr>
            <a:lvl5pPr marL="2057400" indent="-228600">
              <a:defRPr>
                <a:solidFill>
                  <a:schemeClr val="tx1"/>
                </a:solidFill>
                <a:latin typeface="News Gothic MT" charset="0"/>
              </a:defRPr>
            </a:lvl5pPr>
            <a:lvl6pPr marL="2514600" indent="-228600" defTabSz="457200" eaLnBrk="0" fontAlgn="base" hangingPunct="0">
              <a:spcBef>
                <a:spcPct val="0"/>
              </a:spcBef>
              <a:spcAft>
                <a:spcPct val="0"/>
              </a:spcAft>
              <a:defRPr>
                <a:solidFill>
                  <a:schemeClr val="tx1"/>
                </a:solidFill>
                <a:latin typeface="News Gothic MT" charset="0"/>
              </a:defRPr>
            </a:lvl6pPr>
            <a:lvl7pPr marL="2971800" indent="-228600" defTabSz="457200" eaLnBrk="0" fontAlgn="base" hangingPunct="0">
              <a:spcBef>
                <a:spcPct val="0"/>
              </a:spcBef>
              <a:spcAft>
                <a:spcPct val="0"/>
              </a:spcAft>
              <a:defRPr>
                <a:solidFill>
                  <a:schemeClr val="tx1"/>
                </a:solidFill>
                <a:latin typeface="News Gothic MT" charset="0"/>
              </a:defRPr>
            </a:lvl7pPr>
            <a:lvl8pPr marL="3429000" indent="-228600" defTabSz="457200" eaLnBrk="0" fontAlgn="base" hangingPunct="0">
              <a:spcBef>
                <a:spcPct val="0"/>
              </a:spcBef>
              <a:spcAft>
                <a:spcPct val="0"/>
              </a:spcAft>
              <a:defRPr>
                <a:solidFill>
                  <a:schemeClr val="tx1"/>
                </a:solidFill>
                <a:latin typeface="News Gothic MT" charset="0"/>
              </a:defRPr>
            </a:lvl8pPr>
            <a:lvl9pPr marL="3886200" indent="-228600" defTabSz="457200" eaLnBrk="0" fontAlgn="base" hangingPunct="0">
              <a:spcBef>
                <a:spcPct val="0"/>
              </a:spcBef>
              <a:spcAft>
                <a:spcPct val="0"/>
              </a:spcAft>
              <a:defRPr>
                <a:solidFill>
                  <a:schemeClr val="tx1"/>
                </a:solidFill>
                <a:latin typeface="News Gothic MT" charset="0"/>
              </a:defRPr>
            </a:lvl9pPr>
          </a:lstStyle>
          <a:p>
            <a:r>
              <a:rPr lang="en-US" altLang="en-US" sz="1600" dirty="0"/>
              <a:t>Sectioned </a:t>
            </a:r>
            <a:r>
              <a:rPr lang="en-US" altLang="en-US" sz="1600" dirty="0" err="1"/>
              <a:t>surfclam</a:t>
            </a:r>
            <a:r>
              <a:rPr lang="en-US" altLang="en-US" sz="1600" dirty="0"/>
              <a:t> hinge with annual growth lines (annuli, dark) marked. </a:t>
            </a:r>
          </a:p>
          <a:p>
            <a:r>
              <a:rPr lang="en-US" altLang="en-US" sz="1600" dirty="0"/>
              <a:t>This specimen was collected in 1986, with an estimated age of 21 years, </a:t>
            </a:r>
          </a:p>
          <a:p>
            <a:r>
              <a:rPr lang="en-US" altLang="en-US" sz="1600" dirty="0"/>
              <a:t>making the birth year 1965.</a:t>
            </a:r>
          </a:p>
          <a:p>
            <a:r>
              <a:rPr lang="en-US" altLang="en-US" sz="1600" dirty="0"/>
              <a:t>Note there are also sub-annual lines. In this specimen discrimination of annual versus sub annual is relatively easy, but this is not always the case, especially so in slow growing individuals or other species. </a:t>
            </a:r>
          </a:p>
          <a:p>
            <a:endParaRPr lang="en-US" altLang="en-US" dirty="0"/>
          </a:p>
        </p:txBody>
      </p:sp>
      <p:pic>
        <p:nvPicPr>
          <p:cNvPr id="14" name="Picture 13">
            <a:extLst>
              <a:ext uri="{FF2B5EF4-FFF2-40B4-BE49-F238E27FC236}">
                <a16:creationId xmlns:a16="http://schemas.microsoft.com/office/drawing/2014/main" id="{1F048572-0D3E-8242-B4A0-155FE812C2F7}"/>
              </a:ext>
            </a:extLst>
          </p:cNvPr>
          <p:cNvPicPr>
            <a:picLocks noChangeAspect="1"/>
          </p:cNvPicPr>
          <p:nvPr/>
        </p:nvPicPr>
        <p:blipFill>
          <a:blip r:embed="rId4"/>
          <a:stretch>
            <a:fillRect/>
          </a:stretch>
        </p:blipFill>
        <p:spPr>
          <a:xfrm>
            <a:off x="9505154" y="4679907"/>
            <a:ext cx="2418599" cy="1978589"/>
          </a:xfrm>
          <a:prstGeom prst="rect">
            <a:avLst/>
          </a:prstGeom>
        </p:spPr>
      </p:pic>
      <p:cxnSp>
        <p:nvCxnSpPr>
          <p:cNvPr id="15" name="Straight Connector 14">
            <a:extLst>
              <a:ext uri="{FF2B5EF4-FFF2-40B4-BE49-F238E27FC236}">
                <a16:creationId xmlns:a16="http://schemas.microsoft.com/office/drawing/2014/main" id="{A4FD80FF-0120-A04E-9DC9-E99D1E3D1550}"/>
              </a:ext>
            </a:extLst>
          </p:cNvPr>
          <p:cNvCxnSpPr/>
          <p:nvPr/>
        </p:nvCxnSpPr>
        <p:spPr>
          <a:xfrm>
            <a:off x="10479203" y="4858121"/>
            <a:ext cx="501841" cy="1367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16" name="Oval 15"/>
          <p:cNvSpPr/>
          <p:nvPr/>
        </p:nvSpPr>
        <p:spPr>
          <a:xfrm>
            <a:off x="10305358" y="4755012"/>
            <a:ext cx="440914" cy="43592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55547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8485"/>
            <a:ext cx="10515600" cy="1325563"/>
          </a:xfrm>
        </p:spPr>
        <p:txBody>
          <a:bodyPr/>
          <a:lstStyle/>
          <a:p>
            <a:r>
              <a:rPr lang="en-US" dirty="0"/>
              <a:t>Methods: imaging and aging</a:t>
            </a:r>
          </a:p>
        </p:txBody>
      </p:sp>
      <p:cxnSp>
        <p:nvCxnSpPr>
          <p:cNvPr id="4" name="Straight Connector 3"/>
          <p:cNvCxnSpPr/>
          <p:nvPr/>
        </p:nvCxnSpPr>
        <p:spPr>
          <a:xfrm>
            <a:off x="97722" y="128616"/>
            <a:ext cx="12005863" cy="139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93068" y="6689829"/>
            <a:ext cx="12005863" cy="1396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01535" y="111682"/>
            <a:ext cx="0" cy="659508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2090464" y="125643"/>
            <a:ext cx="0" cy="6595081"/>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13" y="1298548"/>
            <a:ext cx="11655507" cy="3243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70025" y="2712130"/>
            <a:ext cx="4795904" cy="3960765"/>
          </a:xfrm>
          <a:prstGeom prst="rect">
            <a:avLst/>
          </a:prstGeom>
        </p:spPr>
      </p:pic>
    </p:spTree>
    <p:extLst>
      <p:ext uri="{BB962C8B-B14F-4D97-AF65-F5344CB8AC3E}">
        <p14:creationId xmlns:p14="http://schemas.microsoft.com/office/powerpoint/2010/main" val="1362927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566BAA-8BC9-F44C-A4AA-069B38C4FF82}"/>
              </a:ext>
            </a:extLst>
          </p:cNvPr>
          <p:cNvPicPr>
            <a:picLocks noChangeAspect="1"/>
          </p:cNvPicPr>
          <p:nvPr/>
        </p:nvPicPr>
        <p:blipFill>
          <a:blip r:embed="rId3"/>
          <a:stretch>
            <a:fillRect/>
          </a:stretch>
        </p:blipFill>
        <p:spPr>
          <a:xfrm>
            <a:off x="0" y="1662000"/>
            <a:ext cx="12192000" cy="3533999"/>
          </a:xfrm>
          <a:prstGeom prst="rect">
            <a:avLst/>
          </a:prstGeom>
        </p:spPr>
      </p:pic>
      <p:sp>
        <p:nvSpPr>
          <p:cNvPr id="7" name="TextBox 6">
            <a:extLst>
              <a:ext uri="{FF2B5EF4-FFF2-40B4-BE49-F238E27FC236}">
                <a16:creationId xmlns:a16="http://schemas.microsoft.com/office/drawing/2014/main" id="{93375A0F-0C90-A44B-9598-D0525B60F273}"/>
              </a:ext>
            </a:extLst>
          </p:cNvPr>
          <p:cNvSpPr txBox="1"/>
          <p:nvPr/>
        </p:nvSpPr>
        <p:spPr>
          <a:xfrm>
            <a:off x="430306" y="6060141"/>
            <a:ext cx="735106" cy="584775"/>
          </a:xfrm>
          <a:prstGeom prst="rect">
            <a:avLst/>
          </a:prstGeom>
          <a:noFill/>
        </p:spPr>
        <p:txBody>
          <a:bodyPr wrap="square" rtlCol="0">
            <a:spAutoFit/>
          </a:bodyPr>
          <a:lstStyle/>
          <a:p>
            <a:r>
              <a:rPr lang="en-US" sz="3200" b="1" dirty="0"/>
              <a:t>1</a:t>
            </a:r>
          </a:p>
        </p:txBody>
      </p:sp>
      <p:cxnSp>
        <p:nvCxnSpPr>
          <p:cNvPr id="4" name="Straight Arrow Connector 3">
            <a:extLst>
              <a:ext uri="{FF2B5EF4-FFF2-40B4-BE49-F238E27FC236}">
                <a16:creationId xmlns:a16="http://schemas.microsoft.com/office/drawing/2014/main" id="{2121D7AA-BED2-224E-B0E1-F1A41E77AAA5}"/>
              </a:ext>
            </a:extLst>
          </p:cNvPr>
          <p:cNvCxnSpPr>
            <a:cxnSpLocks/>
          </p:cNvCxnSpPr>
          <p:nvPr/>
        </p:nvCxnSpPr>
        <p:spPr>
          <a:xfrm flipH="1" flipV="1">
            <a:off x="2007909" y="2349795"/>
            <a:ext cx="450984"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6" name="Straight Arrow Connector 5">
            <a:extLst>
              <a:ext uri="{FF2B5EF4-FFF2-40B4-BE49-F238E27FC236}">
                <a16:creationId xmlns:a16="http://schemas.microsoft.com/office/drawing/2014/main" id="{0CACE560-13F0-974E-990A-2D38CA4BE64B}"/>
              </a:ext>
            </a:extLst>
          </p:cNvPr>
          <p:cNvCxnSpPr>
            <a:cxnSpLocks/>
          </p:cNvCxnSpPr>
          <p:nvPr/>
        </p:nvCxnSpPr>
        <p:spPr>
          <a:xfrm flipV="1">
            <a:off x="1791376" y="402093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296DD25-E050-AD4A-9134-64B057650EFB}"/>
              </a:ext>
            </a:extLst>
          </p:cNvPr>
          <p:cNvCxnSpPr>
            <a:cxnSpLocks/>
          </p:cNvCxnSpPr>
          <p:nvPr/>
        </p:nvCxnSpPr>
        <p:spPr>
          <a:xfrm flipV="1">
            <a:off x="9720889" y="415162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013B31B-1307-3344-B886-4E6F134E122C}"/>
              </a:ext>
            </a:extLst>
          </p:cNvPr>
          <p:cNvCxnSpPr>
            <a:cxnSpLocks/>
          </p:cNvCxnSpPr>
          <p:nvPr/>
        </p:nvCxnSpPr>
        <p:spPr>
          <a:xfrm flipV="1">
            <a:off x="9863863" y="41270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E14D148-87B2-3D4B-84D8-70D1BC90ADDB}"/>
              </a:ext>
            </a:extLst>
          </p:cNvPr>
          <p:cNvCxnSpPr>
            <a:cxnSpLocks/>
          </p:cNvCxnSpPr>
          <p:nvPr/>
        </p:nvCxnSpPr>
        <p:spPr>
          <a:xfrm flipV="1">
            <a:off x="10016262" y="41270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C683B61-A8B9-F64E-8A65-D060C65479C8}"/>
              </a:ext>
            </a:extLst>
          </p:cNvPr>
          <p:cNvCxnSpPr>
            <a:cxnSpLocks/>
          </p:cNvCxnSpPr>
          <p:nvPr/>
        </p:nvCxnSpPr>
        <p:spPr>
          <a:xfrm flipV="1">
            <a:off x="10140382" y="405951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B5C0AB1-6117-DB40-AFDD-B2798E34CFF2}"/>
              </a:ext>
            </a:extLst>
          </p:cNvPr>
          <p:cNvCxnSpPr>
            <a:cxnSpLocks/>
          </p:cNvCxnSpPr>
          <p:nvPr/>
        </p:nvCxnSpPr>
        <p:spPr>
          <a:xfrm flipV="1">
            <a:off x="10292782" y="39746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A9FAFD0-BF92-DE45-8B19-9D01A82057C1}"/>
              </a:ext>
            </a:extLst>
          </p:cNvPr>
          <p:cNvCxnSpPr>
            <a:cxnSpLocks/>
          </p:cNvCxnSpPr>
          <p:nvPr/>
        </p:nvCxnSpPr>
        <p:spPr>
          <a:xfrm flipV="1">
            <a:off x="5448975" y="282694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B7AAF4D-1B94-BE48-9B58-4E0D3D495E6A}"/>
              </a:ext>
            </a:extLst>
          </p:cNvPr>
          <p:cNvCxnSpPr>
            <a:cxnSpLocks/>
          </p:cNvCxnSpPr>
          <p:nvPr/>
        </p:nvCxnSpPr>
        <p:spPr>
          <a:xfrm flipV="1">
            <a:off x="3527479" y="29078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9A9D817-A1C7-FB4C-A320-0BC2CE1F2F9B}"/>
              </a:ext>
            </a:extLst>
          </p:cNvPr>
          <p:cNvCxnSpPr>
            <a:cxnSpLocks/>
          </p:cNvCxnSpPr>
          <p:nvPr/>
        </p:nvCxnSpPr>
        <p:spPr>
          <a:xfrm flipV="1">
            <a:off x="2727771" y="32126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46C1582-206E-F448-90A4-755AD67723DD}"/>
              </a:ext>
            </a:extLst>
          </p:cNvPr>
          <p:cNvCxnSpPr>
            <a:cxnSpLocks/>
          </p:cNvCxnSpPr>
          <p:nvPr/>
        </p:nvCxnSpPr>
        <p:spPr>
          <a:xfrm flipV="1">
            <a:off x="1654687" y="4584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434B670-9B37-5E45-A097-0ECF60947DB2}"/>
              </a:ext>
            </a:extLst>
          </p:cNvPr>
          <p:cNvCxnSpPr>
            <a:cxnSpLocks/>
          </p:cNvCxnSpPr>
          <p:nvPr/>
        </p:nvCxnSpPr>
        <p:spPr>
          <a:xfrm flipH="1" flipV="1">
            <a:off x="2160309" y="2502195"/>
            <a:ext cx="450984"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8" name="Straight Arrow Connector 17">
            <a:extLst>
              <a:ext uri="{FF2B5EF4-FFF2-40B4-BE49-F238E27FC236}">
                <a16:creationId xmlns:a16="http://schemas.microsoft.com/office/drawing/2014/main" id="{1386D7ED-EC5B-3646-AC1C-30118303CA52}"/>
              </a:ext>
            </a:extLst>
          </p:cNvPr>
          <p:cNvCxnSpPr>
            <a:cxnSpLocks/>
          </p:cNvCxnSpPr>
          <p:nvPr/>
        </p:nvCxnSpPr>
        <p:spPr>
          <a:xfrm flipH="1" flipV="1">
            <a:off x="572435" y="3107255"/>
            <a:ext cx="450984"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9" name="Straight Arrow Connector 18">
            <a:extLst>
              <a:ext uri="{FF2B5EF4-FFF2-40B4-BE49-F238E27FC236}">
                <a16:creationId xmlns:a16="http://schemas.microsoft.com/office/drawing/2014/main" id="{14CF45F7-FEAF-C44A-8BB4-E2D6197652BF}"/>
              </a:ext>
            </a:extLst>
          </p:cNvPr>
          <p:cNvCxnSpPr>
            <a:cxnSpLocks/>
          </p:cNvCxnSpPr>
          <p:nvPr/>
        </p:nvCxnSpPr>
        <p:spPr>
          <a:xfrm flipH="1" flipV="1">
            <a:off x="388637" y="3428999"/>
            <a:ext cx="450984"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0" name="Straight Arrow Connector 19">
            <a:extLst>
              <a:ext uri="{FF2B5EF4-FFF2-40B4-BE49-F238E27FC236}">
                <a16:creationId xmlns:a16="http://schemas.microsoft.com/office/drawing/2014/main" id="{6A7A2E6B-430F-664C-B21D-09222C66D1E0}"/>
              </a:ext>
            </a:extLst>
          </p:cNvPr>
          <p:cNvCxnSpPr>
            <a:cxnSpLocks/>
          </p:cNvCxnSpPr>
          <p:nvPr/>
        </p:nvCxnSpPr>
        <p:spPr>
          <a:xfrm flipH="1" flipV="1">
            <a:off x="467945" y="3284142"/>
            <a:ext cx="450984"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1" name="Straight Arrow Connector 20">
            <a:extLst>
              <a:ext uri="{FF2B5EF4-FFF2-40B4-BE49-F238E27FC236}">
                <a16:creationId xmlns:a16="http://schemas.microsoft.com/office/drawing/2014/main" id="{E736EE85-8418-1B4C-A848-1EC5ADEC9993}"/>
              </a:ext>
            </a:extLst>
          </p:cNvPr>
          <p:cNvCxnSpPr>
            <a:cxnSpLocks/>
          </p:cNvCxnSpPr>
          <p:nvPr/>
        </p:nvCxnSpPr>
        <p:spPr>
          <a:xfrm flipH="1" flipV="1">
            <a:off x="346875" y="4151627"/>
            <a:ext cx="450984"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2" name="Straight Arrow Connector 21">
            <a:extLst>
              <a:ext uri="{FF2B5EF4-FFF2-40B4-BE49-F238E27FC236}">
                <a16:creationId xmlns:a16="http://schemas.microsoft.com/office/drawing/2014/main" id="{8369B536-CF4C-B74E-A387-658D35764483}"/>
              </a:ext>
            </a:extLst>
          </p:cNvPr>
          <p:cNvCxnSpPr>
            <a:cxnSpLocks/>
          </p:cNvCxnSpPr>
          <p:nvPr/>
        </p:nvCxnSpPr>
        <p:spPr>
          <a:xfrm flipH="1" flipV="1">
            <a:off x="346875" y="3910751"/>
            <a:ext cx="450984"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3" name="Straight Arrow Connector 22">
            <a:extLst>
              <a:ext uri="{FF2B5EF4-FFF2-40B4-BE49-F238E27FC236}">
                <a16:creationId xmlns:a16="http://schemas.microsoft.com/office/drawing/2014/main" id="{1C6D1A02-CC94-E24A-B7C1-1B17E006DDBF}"/>
              </a:ext>
            </a:extLst>
          </p:cNvPr>
          <p:cNvCxnSpPr>
            <a:cxnSpLocks/>
          </p:cNvCxnSpPr>
          <p:nvPr/>
        </p:nvCxnSpPr>
        <p:spPr>
          <a:xfrm flipH="1" flipV="1">
            <a:off x="347768" y="3669875"/>
            <a:ext cx="450984" cy="1"/>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24" name="Straight Arrow Connector 23">
            <a:extLst>
              <a:ext uri="{FF2B5EF4-FFF2-40B4-BE49-F238E27FC236}">
                <a16:creationId xmlns:a16="http://schemas.microsoft.com/office/drawing/2014/main" id="{B2FE9D2A-838B-D449-B17F-2BC2010EC202}"/>
              </a:ext>
            </a:extLst>
          </p:cNvPr>
          <p:cNvCxnSpPr>
            <a:cxnSpLocks/>
          </p:cNvCxnSpPr>
          <p:nvPr/>
        </p:nvCxnSpPr>
        <p:spPr>
          <a:xfrm flipV="1">
            <a:off x="6939981" y="278032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27ED534-95DC-0C4D-BF3A-42D9FD0F6FB8}"/>
              </a:ext>
            </a:extLst>
          </p:cNvPr>
          <p:cNvCxnSpPr>
            <a:cxnSpLocks/>
          </p:cNvCxnSpPr>
          <p:nvPr/>
        </p:nvCxnSpPr>
        <p:spPr>
          <a:xfrm flipV="1">
            <a:off x="7610856" y="3060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15F2EBE-4E67-5941-BDB8-BDAE125998F2}"/>
              </a:ext>
            </a:extLst>
          </p:cNvPr>
          <p:cNvCxnSpPr>
            <a:cxnSpLocks/>
          </p:cNvCxnSpPr>
          <p:nvPr/>
        </p:nvCxnSpPr>
        <p:spPr>
          <a:xfrm flipV="1">
            <a:off x="8102622" y="32126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00631C2-D893-614D-B140-5AE8B0CE7C95}"/>
              </a:ext>
            </a:extLst>
          </p:cNvPr>
          <p:cNvCxnSpPr>
            <a:cxnSpLocks/>
          </p:cNvCxnSpPr>
          <p:nvPr/>
        </p:nvCxnSpPr>
        <p:spPr>
          <a:xfrm flipV="1">
            <a:off x="8292728" y="33063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61A4020-523F-B64F-8305-6A8C8D3E675A}"/>
              </a:ext>
            </a:extLst>
          </p:cNvPr>
          <p:cNvCxnSpPr>
            <a:cxnSpLocks/>
          </p:cNvCxnSpPr>
          <p:nvPr/>
        </p:nvCxnSpPr>
        <p:spPr>
          <a:xfrm flipV="1">
            <a:off x="8426275" y="339620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02E776B-C2F3-4A40-8675-A818909A64AF}"/>
              </a:ext>
            </a:extLst>
          </p:cNvPr>
          <p:cNvCxnSpPr>
            <a:cxnSpLocks/>
          </p:cNvCxnSpPr>
          <p:nvPr/>
        </p:nvCxnSpPr>
        <p:spPr>
          <a:xfrm flipV="1">
            <a:off x="8842625" y="3517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C5B755F-1A9B-AA4D-96E8-0B9D2C0DBEEF}"/>
              </a:ext>
            </a:extLst>
          </p:cNvPr>
          <p:cNvCxnSpPr>
            <a:cxnSpLocks/>
          </p:cNvCxnSpPr>
          <p:nvPr/>
        </p:nvCxnSpPr>
        <p:spPr>
          <a:xfrm flipV="1">
            <a:off x="9136427" y="375285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406DB17-2F6E-D94D-ADA7-BB0826079049}"/>
              </a:ext>
            </a:extLst>
          </p:cNvPr>
          <p:cNvCxnSpPr>
            <a:cxnSpLocks/>
          </p:cNvCxnSpPr>
          <p:nvPr/>
        </p:nvCxnSpPr>
        <p:spPr>
          <a:xfrm flipV="1">
            <a:off x="9269974" y="3822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468A30F-A799-BE44-9B7D-224058C21DB0}"/>
              </a:ext>
            </a:extLst>
          </p:cNvPr>
          <p:cNvCxnSpPr>
            <a:cxnSpLocks/>
          </p:cNvCxnSpPr>
          <p:nvPr/>
        </p:nvCxnSpPr>
        <p:spPr>
          <a:xfrm flipV="1">
            <a:off x="9412947" y="391075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05D2374-BA55-1749-83E0-DD8C7FECBFAA}"/>
              </a:ext>
            </a:extLst>
          </p:cNvPr>
          <p:cNvCxnSpPr>
            <a:cxnSpLocks/>
          </p:cNvCxnSpPr>
          <p:nvPr/>
        </p:nvCxnSpPr>
        <p:spPr>
          <a:xfrm flipV="1">
            <a:off x="9537067" y="40020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1554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3573D0-E753-5449-A451-4D23487DE94C}"/>
              </a:ext>
            </a:extLst>
          </p:cNvPr>
          <p:cNvPicPr>
            <a:picLocks noChangeAspect="1"/>
          </p:cNvPicPr>
          <p:nvPr/>
        </p:nvPicPr>
        <p:blipFill>
          <a:blip r:embed="rId3"/>
          <a:stretch>
            <a:fillRect/>
          </a:stretch>
        </p:blipFill>
        <p:spPr>
          <a:xfrm>
            <a:off x="0" y="1670538"/>
            <a:ext cx="12192000" cy="3516923"/>
          </a:xfrm>
          <a:prstGeom prst="rect">
            <a:avLst/>
          </a:prstGeom>
        </p:spPr>
      </p:pic>
      <p:sp>
        <p:nvSpPr>
          <p:cNvPr id="4" name="TextBox 3">
            <a:extLst>
              <a:ext uri="{FF2B5EF4-FFF2-40B4-BE49-F238E27FC236}">
                <a16:creationId xmlns:a16="http://schemas.microsoft.com/office/drawing/2014/main" id="{AB7E5CBB-523C-B349-BF45-30BAC8EEBCB9}"/>
              </a:ext>
            </a:extLst>
          </p:cNvPr>
          <p:cNvSpPr txBox="1"/>
          <p:nvPr/>
        </p:nvSpPr>
        <p:spPr>
          <a:xfrm>
            <a:off x="430306" y="6060141"/>
            <a:ext cx="735106" cy="584775"/>
          </a:xfrm>
          <a:prstGeom prst="rect">
            <a:avLst/>
          </a:prstGeom>
          <a:noFill/>
        </p:spPr>
        <p:txBody>
          <a:bodyPr wrap="square" rtlCol="0">
            <a:spAutoFit/>
          </a:bodyPr>
          <a:lstStyle/>
          <a:p>
            <a:r>
              <a:rPr lang="en-US" sz="3200" b="1" dirty="0"/>
              <a:t>2</a:t>
            </a:r>
          </a:p>
        </p:txBody>
      </p:sp>
      <p:cxnSp>
        <p:nvCxnSpPr>
          <p:cNvPr id="5" name="Straight Arrow Connector 4">
            <a:extLst>
              <a:ext uri="{FF2B5EF4-FFF2-40B4-BE49-F238E27FC236}">
                <a16:creationId xmlns:a16="http://schemas.microsoft.com/office/drawing/2014/main" id="{548EF5DD-8825-C445-9F95-98BD4E095F03}"/>
              </a:ext>
            </a:extLst>
          </p:cNvPr>
          <p:cNvCxnSpPr>
            <a:cxnSpLocks/>
          </p:cNvCxnSpPr>
          <p:nvPr/>
        </p:nvCxnSpPr>
        <p:spPr>
          <a:xfrm flipV="1">
            <a:off x="848696" y="454156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3CD8FD9-D36F-8943-A3CD-0058B28DF56C}"/>
              </a:ext>
            </a:extLst>
          </p:cNvPr>
          <p:cNvCxnSpPr>
            <a:cxnSpLocks/>
          </p:cNvCxnSpPr>
          <p:nvPr/>
        </p:nvCxnSpPr>
        <p:spPr>
          <a:xfrm flipV="1">
            <a:off x="944535" y="45506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F76F11C-8B77-0940-B2B5-32C249231EC5}"/>
              </a:ext>
            </a:extLst>
          </p:cNvPr>
          <p:cNvCxnSpPr>
            <a:cxnSpLocks/>
          </p:cNvCxnSpPr>
          <p:nvPr/>
        </p:nvCxnSpPr>
        <p:spPr>
          <a:xfrm flipV="1">
            <a:off x="1049801" y="4584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48DE87C-D230-624E-BAB9-2772FF597165}"/>
              </a:ext>
            </a:extLst>
          </p:cNvPr>
          <p:cNvCxnSpPr>
            <a:cxnSpLocks/>
          </p:cNvCxnSpPr>
          <p:nvPr/>
        </p:nvCxnSpPr>
        <p:spPr>
          <a:xfrm flipV="1">
            <a:off x="1179835" y="4584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73F4BB0-21D5-4241-92F3-C3996B7A638C}"/>
              </a:ext>
            </a:extLst>
          </p:cNvPr>
          <p:cNvCxnSpPr>
            <a:cxnSpLocks/>
          </p:cNvCxnSpPr>
          <p:nvPr/>
        </p:nvCxnSpPr>
        <p:spPr>
          <a:xfrm flipV="1">
            <a:off x="1316893" y="44724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E45BD7A-5FD5-9A4A-ABCA-FD03E638C308}"/>
              </a:ext>
            </a:extLst>
          </p:cNvPr>
          <p:cNvCxnSpPr>
            <a:cxnSpLocks/>
          </p:cNvCxnSpPr>
          <p:nvPr/>
        </p:nvCxnSpPr>
        <p:spPr>
          <a:xfrm flipV="1">
            <a:off x="1422159" y="434517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3DA25E2-4D8A-8A4F-8120-0A875C28BE50}"/>
              </a:ext>
            </a:extLst>
          </p:cNvPr>
          <p:cNvCxnSpPr>
            <a:cxnSpLocks/>
          </p:cNvCxnSpPr>
          <p:nvPr/>
        </p:nvCxnSpPr>
        <p:spPr>
          <a:xfrm flipV="1">
            <a:off x="1546279" y="427306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CD767C1-7391-0D4E-8DBF-547D1D2E5301}"/>
              </a:ext>
            </a:extLst>
          </p:cNvPr>
          <p:cNvCxnSpPr>
            <a:cxnSpLocks/>
          </p:cNvCxnSpPr>
          <p:nvPr/>
        </p:nvCxnSpPr>
        <p:spPr>
          <a:xfrm flipV="1">
            <a:off x="1651545" y="41654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E1146CE-F01E-5445-9D3E-CC80DCB01D94}"/>
              </a:ext>
            </a:extLst>
          </p:cNvPr>
          <p:cNvCxnSpPr>
            <a:cxnSpLocks/>
          </p:cNvCxnSpPr>
          <p:nvPr/>
        </p:nvCxnSpPr>
        <p:spPr>
          <a:xfrm flipV="1">
            <a:off x="1737957" y="41270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8052367-9A7E-ED40-AAC3-F12ADBC086FB}"/>
              </a:ext>
            </a:extLst>
          </p:cNvPr>
          <p:cNvCxnSpPr>
            <a:cxnSpLocks/>
          </p:cNvCxnSpPr>
          <p:nvPr/>
        </p:nvCxnSpPr>
        <p:spPr>
          <a:xfrm flipV="1">
            <a:off x="1918638" y="401493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5807DF3-CE39-B14B-9752-2600181D2AC4}"/>
              </a:ext>
            </a:extLst>
          </p:cNvPr>
          <p:cNvCxnSpPr>
            <a:cxnSpLocks/>
          </p:cNvCxnSpPr>
          <p:nvPr/>
        </p:nvCxnSpPr>
        <p:spPr>
          <a:xfrm flipV="1">
            <a:off x="2174732" y="387370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F574391-2434-3A4B-B9CF-3DF9027A3561}"/>
              </a:ext>
            </a:extLst>
          </p:cNvPr>
          <p:cNvCxnSpPr>
            <a:cxnSpLocks/>
          </p:cNvCxnSpPr>
          <p:nvPr/>
        </p:nvCxnSpPr>
        <p:spPr>
          <a:xfrm flipV="1">
            <a:off x="8295871" y="27960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DF8664B-16B8-D744-811F-4E4C224D3367}"/>
              </a:ext>
            </a:extLst>
          </p:cNvPr>
          <p:cNvCxnSpPr>
            <a:cxnSpLocks/>
          </p:cNvCxnSpPr>
          <p:nvPr/>
        </p:nvCxnSpPr>
        <p:spPr>
          <a:xfrm flipV="1">
            <a:off x="10635289" y="421948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15B6A2F-C616-F045-9776-891BFBF4F1D6}"/>
              </a:ext>
            </a:extLst>
          </p:cNvPr>
          <p:cNvCxnSpPr>
            <a:cxnSpLocks/>
          </p:cNvCxnSpPr>
          <p:nvPr/>
        </p:nvCxnSpPr>
        <p:spPr>
          <a:xfrm flipV="1">
            <a:off x="10014691" y="343077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1A7F2E0-F4BB-114D-B53D-D51DCE8F16B7}"/>
              </a:ext>
            </a:extLst>
          </p:cNvPr>
          <p:cNvCxnSpPr>
            <a:cxnSpLocks/>
          </p:cNvCxnSpPr>
          <p:nvPr/>
        </p:nvCxnSpPr>
        <p:spPr>
          <a:xfrm flipV="1">
            <a:off x="2460679" y="374486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7C8B660-BE08-1B49-8F6E-B259EDA63D74}"/>
              </a:ext>
            </a:extLst>
          </p:cNvPr>
          <p:cNvCxnSpPr>
            <a:cxnSpLocks/>
          </p:cNvCxnSpPr>
          <p:nvPr/>
        </p:nvCxnSpPr>
        <p:spPr>
          <a:xfrm flipV="1">
            <a:off x="2679066" y="36362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838CA17-2E76-134C-BAFE-A34D7C622BE5}"/>
              </a:ext>
            </a:extLst>
          </p:cNvPr>
          <p:cNvCxnSpPr>
            <a:cxnSpLocks/>
          </p:cNvCxnSpPr>
          <p:nvPr/>
        </p:nvCxnSpPr>
        <p:spPr>
          <a:xfrm flipV="1">
            <a:off x="2925734" y="35580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A4F635B-17B7-9446-8812-6438F2FB8608}"/>
              </a:ext>
            </a:extLst>
          </p:cNvPr>
          <p:cNvCxnSpPr>
            <a:cxnSpLocks/>
          </p:cNvCxnSpPr>
          <p:nvPr/>
        </p:nvCxnSpPr>
        <p:spPr>
          <a:xfrm flipV="1">
            <a:off x="3370366" y="328766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8BC7D2C-863C-BC4B-9EC6-022C793176BE}"/>
              </a:ext>
            </a:extLst>
          </p:cNvPr>
          <p:cNvCxnSpPr>
            <a:cxnSpLocks/>
          </p:cNvCxnSpPr>
          <p:nvPr/>
        </p:nvCxnSpPr>
        <p:spPr>
          <a:xfrm flipV="1">
            <a:off x="3805569" y="31008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34D0CB9-A0EF-FC40-968A-9A2135C8C2E6}"/>
              </a:ext>
            </a:extLst>
          </p:cNvPr>
          <p:cNvCxnSpPr>
            <a:cxnSpLocks/>
          </p:cNvCxnSpPr>
          <p:nvPr/>
        </p:nvCxnSpPr>
        <p:spPr>
          <a:xfrm flipV="1">
            <a:off x="4504724" y="29370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1B49398-0C0C-2240-964E-A69AD55FA6E6}"/>
              </a:ext>
            </a:extLst>
          </p:cNvPr>
          <p:cNvCxnSpPr>
            <a:cxnSpLocks/>
          </p:cNvCxnSpPr>
          <p:nvPr/>
        </p:nvCxnSpPr>
        <p:spPr>
          <a:xfrm flipV="1">
            <a:off x="5119037" y="27960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F84B063-2DBB-9243-BB4A-B95E473704DC}"/>
              </a:ext>
            </a:extLst>
          </p:cNvPr>
          <p:cNvCxnSpPr>
            <a:cxnSpLocks/>
          </p:cNvCxnSpPr>
          <p:nvPr/>
        </p:nvCxnSpPr>
        <p:spPr>
          <a:xfrm flipV="1">
            <a:off x="6251825" y="261191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8939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2F26F5-2C1E-3A4E-8FD9-81F6073A8A53}"/>
              </a:ext>
            </a:extLst>
          </p:cNvPr>
          <p:cNvPicPr>
            <a:picLocks noChangeAspect="1"/>
          </p:cNvPicPr>
          <p:nvPr/>
        </p:nvPicPr>
        <p:blipFill>
          <a:blip r:embed="rId3"/>
          <a:stretch>
            <a:fillRect/>
          </a:stretch>
        </p:blipFill>
        <p:spPr>
          <a:xfrm>
            <a:off x="0" y="1008529"/>
            <a:ext cx="12192000" cy="4840941"/>
          </a:xfrm>
          <a:prstGeom prst="rect">
            <a:avLst/>
          </a:prstGeom>
        </p:spPr>
      </p:pic>
      <p:sp>
        <p:nvSpPr>
          <p:cNvPr id="4" name="TextBox 3">
            <a:extLst>
              <a:ext uri="{FF2B5EF4-FFF2-40B4-BE49-F238E27FC236}">
                <a16:creationId xmlns:a16="http://schemas.microsoft.com/office/drawing/2014/main" id="{0BB10FE1-C4D7-9B4C-AAB2-A18C81AEDEA6}"/>
              </a:ext>
            </a:extLst>
          </p:cNvPr>
          <p:cNvSpPr txBox="1"/>
          <p:nvPr/>
        </p:nvSpPr>
        <p:spPr>
          <a:xfrm>
            <a:off x="430306" y="6060141"/>
            <a:ext cx="735106" cy="584775"/>
          </a:xfrm>
          <a:prstGeom prst="rect">
            <a:avLst/>
          </a:prstGeom>
          <a:noFill/>
        </p:spPr>
        <p:txBody>
          <a:bodyPr wrap="square" rtlCol="0">
            <a:spAutoFit/>
          </a:bodyPr>
          <a:lstStyle/>
          <a:p>
            <a:r>
              <a:rPr lang="en-US" sz="3200" b="1" dirty="0"/>
              <a:t>3</a:t>
            </a:r>
          </a:p>
        </p:txBody>
      </p:sp>
      <p:cxnSp>
        <p:nvCxnSpPr>
          <p:cNvPr id="5" name="Straight Arrow Connector 4">
            <a:extLst>
              <a:ext uri="{FF2B5EF4-FFF2-40B4-BE49-F238E27FC236}">
                <a16:creationId xmlns:a16="http://schemas.microsoft.com/office/drawing/2014/main" id="{02105E0E-2B4A-3947-ACA3-61AB6F7C20A8}"/>
              </a:ext>
            </a:extLst>
          </p:cNvPr>
          <p:cNvCxnSpPr>
            <a:cxnSpLocks/>
          </p:cNvCxnSpPr>
          <p:nvPr/>
        </p:nvCxnSpPr>
        <p:spPr>
          <a:xfrm flipV="1">
            <a:off x="1517999" y="269390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1A458DC-DAB7-9F43-A213-7FBA309094FB}"/>
              </a:ext>
            </a:extLst>
          </p:cNvPr>
          <p:cNvCxnSpPr>
            <a:cxnSpLocks/>
          </p:cNvCxnSpPr>
          <p:nvPr/>
        </p:nvCxnSpPr>
        <p:spPr>
          <a:xfrm flipV="1">
            <a:off x="2556518" y="191492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9648D39-50C3-2149-B52F-B89093CC9F31}"/>
              </a:ext>
            </a:extLst>
          </p:cNvPr>
          <p:cNvCxnSpPr>
            <a:cxnSpLocks/>
          </p:cNvCxnSpPr>
          <p:nvPr/>
        </p:nvCxnSpPr>
        <p:spPr>
          <a:xfrm flipV="1">
            <a:off x="4113512" y="152184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B62BD88-1D2B-D14D-BF3F-29F300DB525E}"/>
              </a:ext>
            </a:extLst>
          </p:cNvPr>
          <p:cNvCxnSpPr>
            <a:cxnSpLocks/>
          </p:cNvCxnSpPr>
          <p:nvPr/>
        </p:nvCxnSpPr>
        <p:spPr>
          <a:xfrm flipV="1">
            <a:off x="5387701" y="16541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627F27C-2FED-2941-8F5C-4A5D6971D4B0}"/>
              </a:ext>
            </a:extLst>
          </p:cNvPr>
          <p:cNvCxnSpPr>
            <a:cxnSpLocks/>
          </p:cNvCxnSpPr>
          <p:nvPr/>
        </p:nvCxnSpPr>
        <p:spPr>
          <a:xfrm flipV="1">
            <a:off x="6181125" y="19049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177290F-2954-F445-B594-1D15D5C5874D}"/>
              </a:ext>
            </a:extLst>
          </p:cNvPr>
          <p:cNvCxnSpPr>
            <a:cxnSpLocks/>
          </p:cNvCxnSpPr>
          <p:nvPr/>
        </p:nvCxnSpPr>
        <p:spPr>
          <a:xfrm flipV="1">
            <a:off x="6974830" y="210473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AB1D3C8-C961-2347-83BF-39EA2F6598A4}"/>
              </a:ext>
            </a:extLst>
          </p:cNvPr>
          <p:cNvCxnSpPr>
            <a:cxnSpLocks/>
          </p:cNvCxnSpPr>
          <p:nvPr/>
        </p:nvCxnSpPr>
        <p:spPr>
          <a:xfrm flipV="1">
            <a:off x="7504019" y="223670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DA6AA1B-79E4-AF40-9BD5-A0557CCF5029}"/>
              </a:ext>
            </a:extLst>
          </p:cNvPr>
          <p:cNvCxnSpPr>
            <a:cxnSpLocks/>
          </p:cNvCxnSpPr>
          <p:nvPr/>
        </p:nvCxnSpPr>
        <p:spPr>
          <a:xfrm flipV="1">
            <a:off x="7882662" y="241581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C17AFE0-2DB3-7D4C-B6DD-1438C0449122}"/>
              </a:ext>
            </a:extLst>
          </p:cNvPr>
          <p:cNvCxnSpPr>
            <a:cxnSpLocks/>
          </p:cNvCxnSpPr>
          <p:nvPr/>
        </p:nvCxnSpPr>
        <p:spPr>
          <a:xfrm flipV="1">
            <a:off x="8148184" y="263548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82A31F4-E846-BD4D-81AF-2006EB370788}"/>
              </a:ext>
            </a:extLst>
          </p:cNvPr>
          <p:cNvCxnSpPr>
            <a:cxnSpLocks/>
          </p:cNvCxnSpPr>
          <p:nvPr/>
        </p:nvCxnSpPr>
        <p:spPr>
          <a:xfrm flipV="1">
            <a:off x="8366571" y="28193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E81ED35-628E-844A-B470-EF8E0C6A855E}"/>
              </a:ext>
            </a:extLst>
          </p:cNvPr>
          <p:cNvCxnSpPr>
            <a:cxnSpLocks/>
          </p:cNvCxnSpPr>
          <p:nvPr/>
        </p:nvCxnSpPr>
        <p:spPr>
          <a:xfrm flipV="1">
            <a:off x="8528398" y="287301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01F2BBC-4826-4D43-AFAC-2D54C40F7AA0}"/>
              </a:ext>
            </a:extLst>
          </p:cNvPr>
          <p:cNvCxnSpPr>
            <a:cxnSpLocks/>
          </p:cNvCxnSpPr>
          <p:nvPr/>
        </p:nvCxnSpPr>
        <p:spPr>
          <a:xfrm flipV="1">
            <a:off x="8737360" y="306911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66677E4-0634-7D44-8CB4-0495EEBAE2AE}"/>
              </a:ext>
            </a:extLst>
          </p:cNvPr>
          <p:cNvCxnSpPr>
            <a:cxnSpLocks/>
          </p:cNvCxnSpPr>
          <p:nvPr/>
        </p:nvCxnSpPr>
        <p:spPr>
          <a:xfrm flipV="1">
            <a:off x="9596769" y="378741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BC1F51B-F659-D347-AFFE-03E4BDC9A6DF}"/>
              </a:ext>
            </a:extLst>
          </p:cNvPr>
          <p:cNvCxnSpPr>
            <a:cxnSpLocks/>
          </p:cNvCxnSpPr>
          <p:nvPr/>
        </p:nvCxnSpPr>
        <p:spPr>
          <a:xfrm flipV="1">
            <a:off x="9485219" y="37337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3B441BD-3483-3648-A933-E57075C8ABD8}"/>
              </a:ext>
            </a:extLst>
          </p:cNvPr>
          <p:cNvCxnSpPr>
            <a:cxnSpLocks/>
          </p:cNvCxnSpPr>
          <p:nvPr/>
        </p:nvCxnSpPr>
        <p:spPr>
          <a:xfrm flipV="1">
            <a:off x="9373668" y="360830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6F9D2A0-262E-C84A-8EE7-9FB09537BDCC}"/>
              </a:ext>
            </a:extLst>
          </p:cNvPr>
          <p:cNvCxnSpPr>
            <a:cxnSpLocks/>
          </p:cNvCxnSpPr>
          <p:nvPr/>
        </p:nvCxnSpPr>
        <p:spPr>
          <a:xfrm flipV="1">
            <a:off x="9233838" y="349774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C2BF245-ABFC-0549-B9A1-48282C5974D7}"/>
              </a:ext>
            </a:extLst>
          </p:cNvPr>
          <p:cNvCxnSpPr>
            <a:cxnSpLocks/>
          </p:cNvCxnSpPr>
          <p:nvPr/>
        </p:nvCxnSpPr>
        <p:spPr>
          <a:xfrm flipV="1">
            <a:off x="9084580" y="33650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31F5199-A441-124F-99C1-9315F85B4D59}"/>
              </a:ext>
            </a:extLst>
          </p:cNvPr>
          <p:cNvCxnSpPr>
            <a:cxnSpLocks/>
          </p:cNvCxnSpPr>
          <p:nvPr/>
        </p:nvCxnSpPr>
        <p:spPr>
          <a:xfrm flipV="1">
            <a:off x="8925896" y="320394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85E7E0E-6386-7447-81B1-E28EEEA414D6}"/>
              </a:ext>
            </a:extLst>
          </p:cNvPr>
          <p:cNvCxnSpPr>
            <a:cxnSpLocks/>
          </p:cNvCxnSpPr>
          <p:nvPr/>
        </p:nvCxnSpPr>
        <p:spPr>
          <a:xfrm flipH="1" flipV="1">
            <a:off x="9977495" y="3748916"/>
            <a:ext cx="68815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55FE050-1BC5-B641-8AF4-B446373D388F}"/>
              </a:ext>
            </a:extLst>
          </p:cNvPr>
          <p:cNvCxnSpPr>
            <a:cxnSpLocks/>
          </p:cNvCxnSpPr>
          <p:nvPr/>
        </p:nvCxnSpPr>
        <p:spPr>
          <a:xfrm flipV="1">
            <a:off x="9821442" y="398351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7FC528C-45C5-5D42-9742-88255BEE6343}"/>
              </a:ext>
            </a:extLst>
          </p:cNvPr>
          <p:cNvCxnSpPr>
            <a:cxnSpLocks/>
          </p:cNvCxnSpPr>
          <p:nvPr/>
        </p:nvCxnSpPr>
        <p:spPr>
          <a:xfrm flipV="1">
            <a:off x="9738172" y="390280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2772B99-68D1-DF4E-A946-2DED4DCB2225}"/>
              </a:ext>
            </a:extLst>
          </p:cNvPr>
          <p:cNvCxnSpPr>
            <a:cxnSpLocks/>
          </p:cNvCxnSpPr>
          <p:nvPr/>
        </p:nvCxnSpPr>
        <p:spPr>
          <a:xfrm flipH="1" flipV="1">
            <a:off x="10012270" y="3831115"/>
            <a:ext cx="68815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A7DE271-1946-4744-A898-232BB1ADE639}"/>
              </a:ext>
            </a:extLst>
          </p:cNvPr>
          <p:cNvCxnSpPr>
            <a:cxnSpLocks/>
          </p:cNvCxnSpPr>
          <p:nvPr/>
        </p:nvCxnSpPr>
        <p:spPr>
          <a:xfrm flipH="1" flipV="1">
            <a:off x="10034472" y="3917821"/>
            <a:ext cx="68815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DE147F4-3CF9-3E42-A8FE-AB2055ABC726}"/>
              </a:ext>
            </a:extLst>
          </p:cNvPr>
          <p:cNvCxnSpPr>
            <a:cxnSpLocks/>
          </p:cNvCxnSpPr>
          <p:nvPr/>
        </p:nvCxnSpPr>
        <p:spPr>
          <a:xfrm flipH="1" flipV="1">
            <a:off x="10064323" y="4027077"/>
            <a:ext cx="68815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7218DA5-5ACB-F843-86A9-6904CC736670}"/>
              </a:ext>
            </a:extLst>
          </p:cNvPr>
          <p:cNvCxnSpPr>
            <a:cxnSpLocks/>
          </p:cNvCxnSpPr>
          <p:nvPr/>
        </p:nvCxnSpPr>
        <p:spPr>
          <a:xfrm flipH="1" flipV="1">
            <a:off x="10116673" y="4128492"/>
            <a:ext cx="68815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E7F67E9-8B92-634D-8CD1-4C23EA22D9F3}"/>
              </a:ext>
            </a:extLst>
          </p:cNvPr>
          <p:cNvCxnSpPr>
            <a:cxnSpLocks/>
          </p:cNvCxnSpPr>
          <p:nvPr/>
        </p:nvCxnSpPr>
        <p:spPr>
          <a:xfrm flipH="1" flipV="1">
            <a:off x="10116674" y="4237748"/>
            <a:ext cx="68815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0850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4781BD-05FB-7543-A3A6-E6640B512D77}"/>
              </a:ext>
            </a:extLst>
          </p:cNvPr>
          <p:cNvPicPr>
            <a:picLocks noChangeAspect="1"/>
          </p:cNvPicPr>
          <p:nvPr/>
        </p:nvPicPr>
        <p:blipFill>
          <a:blip r:embed="rId3"/>
          <a:stretch>
            <a:fillRect/>
          </a:stretch>
        </p:blipFill>
        <p:spPr>
          <a:xfrm>
            <a:off x="0" y="598714"/>
            <a:ext cx="12192000" cy="5660571"/>
          </a:xfrm>
          <a:prstGeom prst="rect">
            <a:avLst/>
          </a:prstGeom>
        </p:spPr>
      </p:pic>
      <p:sp>
        <p:nvSpPr>
          <p:cNvPr id="4" name="TextBox 3">
            <a:extLst>
              <a:ext uri="{FF2B5EF4-FFF2-40B4-BE49-F238E27FC236}">
                <a16:creationId xmlns:a16="http://schemas.microsoft.com/office/drawing/2014/main" id="{E07DFFD7-EE3F-004F-A39D-D16E76E5C614}"/>
              </a:ext>
            </a:extLst>
          </p:cNvPr>
          <p:cNvSpPr txBox="1"/>
          <p:nvPr/>
        </p:nvSpPr>
        <p:spPr>
          <a:xfrm>
            <a:off x="430306" y="6060141"/>
            <a:ext cx="735106" cy="584775"/>
          </a:xfrm>
          <a:prstGeom prst="rect">
            <a:avLst/>
          </a:prstGeom>
          <a:noFill/>
        </p:spPr>
        <p:txBody>
          <a:bodyPr wrap="square" rtlCol="0">
            <a:spAutoFit/>
          </a:bodyPr>
          <a:lstStyle/>
          <a:p>
            <a:r>
              <a:rPr lang="en-US" sz="3200" b="1" dirty="0"/>
              <a:t>4</a:t>
            </a:r>
          </a:p>
        </p:txBody>
      </p:sp>
      <p:cxnSp>
        <p:nvCxnSpPr>
          <p:cNvPr id="5" name="Straight Arrow Connector 4">
            <a:extLst>
              <a:ext uri="{FF2B5EF4-FFF2-40B4-BE49-F238E27FC236}">
                <a16:creationId xmlns:a16="http://schemas.microsoft.com/office/drawing/2014/main" id="{61967EE4-6A30-D146-ABD6-EE1119F7AE2B}"/>
              </a:ext>
            </a:extLst>
          </p:cNvPr>
          <p:cNvCxnSpPr>
            <a:cxnSpLocks/>
          </p:cNvCxnSpPr>
          <p:nvPr/>
        </p:nvCxnSpPr>
        <p:spPr>
          <a:xfrm flipV="1">
            <a:off x="1404658" y="45150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7D41260-96B4-4141-A96E-A96E98D85CE5}"/>
              </a:ext>
            </a:extLst>
          </p:cNvPr>
          <p:cNvCxnSpPr>
            <a:cxnSpLocks/>
          </p:cNvCxnSpPr>
          <p:nvPr/>
        </p:nvCxnSpPr>
        <p:spPr>
          <a:xfrm flipV="1">
            <a:off x="1546425" y="44318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967E13F-EC61-834C-ABAF-7B75A72C3E13}"/>
              </a:ext>
            </a:extLst>
          </p:cNvPr>
          <p:cNvCxnSpPr>
            <a:cxnSpLocks/>
          </p:cNvCxnSpPr>
          <p:nvPr/>
        </p:nvCxnSpPr>
        <p:spPr>
          <a:xfrm flipV="1">
            <a:off x="1773253" y="430238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E9FCD7A-50E1-0E4B-A2B5-9582A25DFC19}"/>
              </a:ext>
            </a:extLst>
          </p:cNvPr>
          <p:cNvCxnSpPr>
            <a:cxnSpLocks/>
          </p:cNvCxnSpPr>
          <p:nvPr/>
        </p:nvCxnSpPr>
        <p:spPr>
          <a:xfrm flipV="1">
            <a:off x="1957551" y="421732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FEC2766-EA27-EE47-A432-069949476C27}"/>
              </a:ext>
            </a:extLst>
          </p:cNvPr>
          <p:cNvCxnSpPr>
            <a:cxnSpLocks/>
          </p:cNvCxnSpPr>
          <p:nvPr/>
        </p:nvCxnSpPr>
        <p:spPr>
          <a:xfrm flipV="1">
            <a:off x="2141848" y="41270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9BFA042-0311-AF41-BB07-1B0647B0B42B}"/>
              </a:ext>
            </a:extLst>
          </p:cNvPr>
          <p:cNvCxnSpPr>
            <a:cxnSpLocks/>
          </p:cNvCxnSpPr>
          <p:nvPr/>
        </p:nvCxnSpPr>
        <p:spPr>
          <a:xfrm flipV="1">
            <a:off x="2304881" y="40578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A0BA5A5-9777-EB40-9BFA-A029BC644B1E}"/>
              </a:ext>
            </a:extLst>
          </p:cNvPr>
          <p:cNvCxnSpPr>
            <a:cxnSpLocks/>
          </p:cNvCxnSpPr>
          <p:nvPr/>
        </p:nvCxnSpPr>
        <p:spPr>
          <a:xfrm flipV="1">
            <a:off x="2552974" y="39746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B96F350-FE3C-5445-9263-3F7C63C14FD0}"/>
              </a:ext>
            </a:extLst>
          </p:cNvPr>
          <p:cNvCxnSpPr>
            <a:cxnSpLocks/>
          </p:cNvCxnSpPr>
          <p:nvPr/>
        </p:nvCxnSpPr>
        <p:spPr>
          <a:xfrm flipV="1">
            <a:off x="3045616" y="36837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E8CDB0C-8D14-5C4C-8692-C57D824FA0B2}"/>
              </a:ext>
            </a:extLst>
          </p:cNvPr>
          <p:cNvCxnSpPr>
            <a:cxnSpLocks/>
          </p:cNvCxnSpPr>
          <p:nvPr/>
        </p:nvCxnSpPr>
        <p:spPr>
          <a:xfrm flipV="1">
            <a:off x="3623318" y="338798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9912BE7-F021-4C4F-B90E-134400E258BD}"/>
              </a:ext>
            </a:extLst>
          </p:cNvPr>
          <p:cNvCxnSpPr>
            <a:cxnSpLocks/>
          </p:cNvCxnSpPr>
          <p:nvPr/>
        </p:nvCxnSpPr>
        <p:spPr>
          <a:xfrm flipV="1">
            <a:off x="4158490" y="31434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F82E671-E7F8-A645-AE95-7D5665E399C4}"/>
              </a:ext>
            </a:extLst>
          </p:cNvPr>
          <p:cNvCxnSpPr>
            <a:cxnSpLocks/>
          </p:cNvCxnSpPr>
          <p:nvPr/>
        </p:nvCxnSpPr>
        <p:spPr>
          <a:xfrm flipV="1">
            <a:off x="5012639" y="283319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6A5DBBF-68FB-CE4F-9515-A8BF97939624}"/>
              </a:ext>
            </a:extLst>
          </p:cNvPr>
          <p:cNvCxnSpPr>
            <a:cxnSpLocks/>
          </p:cNvCxnSpPr>
          <p:nvPr/>
        </p:nvCxnSpPr>
        <p:spPr>
          <a:xfrm flipV="1">
            <a:off x="5888053" y="247358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4E555A3-4600-664F-8FEC-8F7C7AD65518}"/>
              </a:ext>
            </a:extLst>
          </p:cNvPr>
          <p:cNvCxnSpPr>
            <a:cxnSpLocks/>
          </p:cNvCxnSpPr>
          <p:nvPr/>
        </p:nvCxnSpPr>
        <p:spPr>
          <a:xfrm flipV="1">
            <a:off x="7207866" y="234874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B755074-2C0C-184C-B2EE-F7B2D6CDF5B6}"/>
              </a:ext>
            </a:extLst>
          </p:cNvPr>
          <p:cNvCxnSpPr>
            <a:cxnSpLocks/>
          </p:cNvCxnSpPr>
          <p:nvPr/>
        </p:nvCxnSpPr>
        <p:spPr>
          <a:xfrm flipV="1">
            <a:off x="8727944" y="234874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DF7E0F5-226A-C745-B47C-1FE98D10194E}"/>
              </a:ext>
            </a:extLst>
          </p:cNvPr>
          <p:cNvCxnSpPr>
            <a:cxnSpLocks/>
          </p:cNvCxnSpPr>
          <p:nvPr/>
        </p:nvCxnSpPr>
        <p:spPr>
          <a:xfrm flipV="1">
            <a:off x="10479269" y="4431876"/>
            <a:ext cx="0" cy="540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933A778-E258-5D48-B184-B0803ABE20BC}"/>
              </a:ext>
            </a:extLst>
          </p:cNvPr>
          <p:cNvCxnSpPr>
            <a:cxnSpLocks/>
          </p:cNvCxnSpPr>
          <p:nvPr/>
        </p:nvCxnSpPr>
        <p:spPr>
          <a:xfrm>
            <a:off x="10165886" y="2338648"/>
            <a:ext cx="0" cy="592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E0CBC08E-FBA8-4946-A186-C6B95CE7097E}"/>
              </a:ext>
            </a:extLst>
          </p:cNvPr>
          <p:cNvSpPr/>
          <p:nvPr/>
        </p:nvSpPr>
        <p:spPr>
          <a:xfrm>
            <a:off x="10025279" y="3517476"/>
            <a:ext cx="914400" cy="9144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7E33649-1B63-B645-AE5E-5B590C626891}"/>
              </a:ext>
            </a:extLst>
          </p:cNvPr>
          <p:cNvSpPr txBox="1"/>
          <p:nvPr/>
        </p:nvSpPr>
        <p:spPr>
          <a:xfrm>
            <a:off x="9579006" y="5131724"/>
            <a:ext cx="2219710" cy="369332"/>
          </a:xfrm>
          <a:prstGeom prst="rect">
            <a:avLst/>
          </a:prstGeom>
          <a:noFill/>
        </p:spPr>
        <p:txBody>
          <a:bodyPr wrap="none" rtlCol="0">
            <a:spAutoFit/>
          </a:bodyPr>
          <a:lstStyle/>
          <a:p>
            <a:r>
              <a:rPr lang="en-US" dirty="0"/>
              <a:t>Perhaps one in here? </a:t>
            </a:r>
          </a:p>
        </p:txBody>
      </p:sp>
    </p:spTree>
    <p:extLst>
      <p:ext uri="{BB962C8B-B14F-4D97-AF65-F5344CB8AC3E}">
        <p14:creationId xmlns:p14="http://schemas.microsoft.com/office/powerpoint/2010/main" val="434266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56B21-07DF-1842-ADA9-894C73B6450B}"/>
              </a:ext>
            </a:extLst>
          </p:cNvPr>
          <p:cNvPicPr>
            <a:picLocks noChangeAspect="1"/>
          </p:cNvPicPr>
          <p:nvPr/>
        </p:nvPicPr>
        <p:blipFill>
          <a:blip r:embed="rId3"/>
          <a:stretch>
            <a:fillRect/>
          </a:stretch>
        </p:blipFill>
        <p:spPr>
          <a:xfrm>
            <a:off x="0" y="1691450"/>
            <a:ext cx="12192000" cy="3475099"/>
          </a:xfrm>
          <a:prstGeom prst="rect">
            <a:avLst/>
          </a:prstGeom>
        </p:spPr>
      </p:pic>
      <p:sp>
        <p:nvSpPr>
          <p:cNvPr id="4" name="TextBox 3">
            <a:extLst>
              <a:ext uri="{FF2B5EF4-FFF2-40B4-BE49-F238E27FC236}">
                <a16:creationId xmlns:a16="http://schemas.microsoft.com/office/drawing/2014/main" id="{9950CE96-90D1-724D-821F-2D93ECCCDDF7}"/>
              </a:ext>
            </a:extLst>
          </p:cNvPr>
          <p:cNvSpPr txBox="1"/>
          <p:nvPr/>
        </p:nvSpPr>
        <p:spPr>
          <a:xfrm>
            <a:off x="430306" y="6060141"/>
            <a:ext cx="735106" cy="584775"/>
          </a:xfrm>
          <a:prstGeom prst="rect">
            <a:avLst/>
          </a:prstGeom>
          <a:noFill/>
        </p:spPr>
        <p:txBody>
          <a:bodyPr wrap="square" rtlCol="0">
            <a:spAutoFit/>
          </a:bodyPr>
          <a:lstStyle/>
          <a:p>
            <a:r>
              <a:rPr lang="en-US" sz="3200" b="1" dirty="0"/>
              <a:t>5</a:t>
            </a:r>
          </a:p>
        </p:txBody>
      </p:sp>
      <p:cxnSp>
        <p:nvCxnSpPr>
          <p:cNvPr id="5" name="Straight Arrow Connector 4">
            <a:extLst>
              <a:ext uri="{FF2B5EF4-FFF2-40B4-BE49-F238E27FC236}">
                <a16:creationId xmlns:a16="http://schemas.microsoft.com/office/drawing/2014/main" id="{E3244880-1D9D-A24F-BE07-26A61EA5141D}"/>
              </a:ext>
            </a:extLst>
          </p:cNvPr>
          <p:cNvCxnSpPr>
            <a:cxnSpLocks/>
          </p:cNvCxnSpPr>
          <p:nvPr/>
        </p:nvCxnSpPr>
        <p:spPr>
          <a:xfrm flipV="1">
            <a:off x="5508825" y="26011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13541B2-EC2C-0542-8DC0-F1218D713771}"/>
              </a:ext>
            </a:extLst>
          </p:cNvPr>
          <p:cNvCxnSpPr>
            <a:cxnSpLocks/>
          </p:cNvCxnSpPr>
          <p:nvPr/>
        </p:nvCxnSpPr>
        <p:spPr>
          <a:xfrm flipV="1">
            <a:off x="2588416" y="286344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1351709-5BDB-4947-B73E-4B795247DE13}"/>
              </a:ext>
            </a:extLst>
          </p:cNvPr>
          <p:cNvCxnSpPr>
            <a:cxnSpLocks/>
          </p:cNvCxnSpPr>
          <p:nvPr/>
        </p:nvCxnSpPr>
        <p:spPr>
          <a:xfrm flipV="1">
            <a:off x="1184293" y="36698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B395612-F6D8-1B46-98F4-8AE71BC7EB80}"/>
              </a:ext>
            </a:extLst>
          </p:cNvPr>
          <p:cNvCxnSpPr>
            <a:cxnSpLocks/>
          </p:cNvCxnSpPr>
          <p:nvPr/>
        </p:nvCxnSpPr>
        <p:spPr>
          <a:xfrm flipV="1">
            <a:off x="805829" y="423504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0FF0A7A-C927-8D46-95BA-73AE42D63B63}"/>
              </a:ext>
            </a:extLst>
          </p:cNvPr>
          <p:cNvCxnSpPr>
            <a:cxnSpLocks/>
          </p:cNvCxnSpPr>
          <p:nvPr/>
        </p:nvCxnSpPr>
        <p:spPr>
          <a:xfrm flipV="1">
            <a:off x="4264815" y="26011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CA000C6-0883-184E-966E-793F02F77247}"/>
              </a:ext>
            </a:extLst>
          </p:cNvPr>
          <p:cNvCxnSpPr>
            <a:cxnSpLocks/>
          </p:cNvCxnSpPr>
          <p:nvPr/>
        </p:nvCxnSpPr>
        <p:spPr>
          <a:xfrm flipV="1">
            <a:off x="6596890" y="26188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C1C5A37-D748-7947-9C0B-266B70E40274}"/>
              </a:ext>
            </a:extLst>
          </p:cNvPr>
          <p:cNvCxnSpPr>
            <a:cxnSpLocks/>
          </p:cNvCxnSpPr>
          <p:nvPr/>
        </p:nvCxnSpPr>
        <p:spPr>
          <a:xfrm flipV="1">
            <a:off x="8971495" y="32126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1536366-8B91-0543-8B2E-2C1636D0B27E}"/>
              </a:ext>
            </a:extLst>
          </p:cNvPr>
          <p:cNvCxnSpPr>
            <a:cxnSpLocks/>
          </p:cNvCxnSpPr>
          <p:nvPr/>
        </p:nvCxnSpPr>
        <p:spPr>
          <a:xfrm flipV="1">
            <a:off x="9815011" y="35332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1392041-5BDC-C54F-BB27-F51E074C525F}"/>
              </a:ext>
            </a:extLst>
          </p:cNvPr>
          <p:cNvCxnSpPr>
            <a:cxnSpLocks/>
          </p:cNvCxnSpPr>
          <p:nvPr/>
        </p:nvCxnSpPr>
        <p:spPr>
          <a:xfrm flipV="1">
            <a:off x="10477774" y="377784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178A790-6A49-5241-AE19-1D6EEC7C2A55}"/>
              </a:ext>
            </a:extLst>
          </p:cNvPr>
          <p:cNvCxnSpPr>
            <a:cxnSpLocks/>
          </p:cNvCxnSpPr>
          <p:nvPr/>
        </p:nvCxnSpPr>
        <p:spPr>
          <a:xfrm flipV="1">
            <a:off x="10864090" y="3822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6752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B6843C-D8FB-484D-89BF-4638BC53A2AC}"/>
              </a:ext>
            </a:extLst>
          </p:cNvPr>
          <p:cNvPicPr>
            <a:picLocks noChangeAspect="1"/>
          </p:cNvPicPr>
          <p:nvPr/>
        </p:nvPicPr>
        <p:blipFill>
          <a:blip r:embed="rId3"/>
          <a:stretch>
            <a:fillRect/>
          </a:stretch>
        </p:blipFill>
        <p:spPr>
          <a:xfrm>
            <a:off x="0" y="265939"/>
            <a:ext cx="12192000" cy="6326121"/>
          </a:xfrm>
          <a:prstGeom prst="rect">
            <a:avLst/>
          </a:prstGeom>
        </p:spPr>
      </p:pic>
      <p:sp>
        <p:nvSpPr>
          <p:cNvPr id="4" name="TextBox 3">
            <a:extLst>
              <a:ext uri="{FF2B5EF4-FFF2-40B4-BE49-F238E27FC236}">
                <a16:creationId xmlns:a16="http://schemas.microsoft.com/office/drawing/2014/main" id="{ADD3D7C8-BB59-1042-A1F4-BB7A660AC15D}"/>
              </a:ext>
            </a:extLst>
          </p:cNvPr>
          <p:cNvSpPr txBox="1"/>
          <p:nvPr/>
        </p:nvSpPr>
        <p:spPr>
          <a:xfrm>
            <a:off x="430306" y="6060141"/>
            <a:ext cx="735106" cy="584775"/>
          </a:xfrm>
          <a:prstGeom prst="rect">
            <a:avLst/>
          </a:prstGeom>
          <a:noFill/>
        </p:spPr>
        <p:txBody>
          <a:bodyPr wrap="square" rtlCol="0">
            <a:spAutoFit/>
          </a:bodyPr>
          <a:lstStyle/>
          <a:p>
            <a:r>
              <a:rPr lang="en-US" sz="3200" b="1" dirty="0"/>
              <a:t>6</a:t>
            </a:r>
          </a:p>
        </p:txBody>
      </p:sp>
      <p:cxnSp>
        <p:nvCxnSpPr>
          <p:cNvPr id="5" name="Straight Arrow Connector 4">
            <a:extLst>
              <a:ext uri="{FF2B5EF4-FFF2-40B4-BE49-F238E27FC236}">
                <a16:creationId xmlns:a16="http://schemas.microsoft.com/office/drawing/2014/main" id="{38C9D3E6-4B4F-5C41-A801-E577EC2720AC}"/>
              </a:ext>
            </a:extLst>
          </p:cNvPr>
          <p:cNvCxnSpPr>
            <a:cxnSpLocks/>
          </p:cNvCxnSpPr>
          <p:nvPr/>
        </p:nvCxnSpPr>
        <p:spPr>
          <a:xfrm flipV="1">
            <a:off x="596583" y="31186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E51DDEB-FCEE-4446-8582-BF7B98DAD373}"/>
              </a:ext>
            </a:extLst>
          </p:cNvPr>
          <p:cNvCxnSpPr>
            <a:cxnSpLocks/>
          </p:cNvCxnSpPr>
          <p:nvPr/>
        </p:nvCxnSpPr>
        <p:spPr>
          <a:xfrm flipV="1">
            <a:off x="9744127" y="31186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CACDF8A-478D-064D-A31D-B7B31A8B4C9E}"/>
              </a:ext>
            </a:extLst>
          </p:cNvPr>
          <p:cNvCxnSpPr>
            <a:cxnSpLocks/>
          </p:cNvCxnSpPr>
          <p:nvPr/>
        </p:nvCxnSpPr>
        <p:spPr>
          <a:xfrm flipV="1">
            <a:off x="10481318" y="3822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3E220F0-9BC3-8146-A11D-02E556CB2787}"/>
              </a:ext>
            </a:extLst>
          </p:cNvPr>
          <p:cNvCxnSpPr>
            <a:cxnSpLocks/>
          </p:cNvCxnSpPr>
          <p:nvPr/>
        </p:nvCxnSpPr>
        <p:spPr>
          <a:xfrm flipV="1">
            <a:off x="10740043" y="41270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CA0D7B8-BDD4-6A44-A40B-55FB4218B193}"/>
              </a:ext>
            </a:extLst>
          </p:cNvPr>
          <p:cNvCxnSpPr>
            <a:cxnSpLocks/>
          </p:cNvCxnSpPr>
          <p:nvPr/>
        </p:nvCxnSpPr>
        <p:spPr>
          <a:xfrm flipV="1">
            <a:off x="10881811" y="4279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E5710A2-8159-AB45-9804-82C60366A0FA}"/>
              </a:ext>
            </a:extLst>
          </p:cNvPr>
          <p:cNvCxnSpPr>
            <a:cxnSpLocks/>
          </p:cNvCxnSpPr>
          <p:nvPr/>
        </p:nvCxnSpPr>
        <p:spPr>
          <a:xfrm flipV="1">
            <a:off x="11066108" y="4279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52A5233-459C-5A4F-AFB6-54AF85B5A021}"/>
              </a:ext>
            </a:extLst>
          </p:cNvPr>
          <p:cNvCxnSpPr>
            <a:cxnSpLocks/>
          </p:cNvCxnSpPr>
          <p:nvPr/>
        </p:nvCxnSpPr>
        <p:spPr>
          <a:xfrm flipV="1">
            <a:off x="11229142" y="4279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2E52FB3-9E2D-104B-B70F-DBA343C7D895}"/>
              </a:ext>
            </a:extLst>
          </p:cNvPr>
          <p:cNvCxnSpPr>
            <a:cxnSpLocks/>
          </p:cNvCxnSpPr>
          <p:nvPr/>
        </p:nvCxnSpPr>
        <p:spPr>
          <a:xfrm flipV="1">
            <a:off x="11381542" y="4279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130F982-DF5D-F749-A972-5EC6B363A0CD}"/>
              </a:ext>
            </a:extLst>
          </p:cNvPr>
          <p:cNvCxnSpPr>
            <a:cxnSpLocks/>
          </p:cNvCxnSpPr>
          <p:nvPr/>
        </p:nvCxnSpPr>
        <p:spPr>
          <a:xfrm flipV="1">
            <a:off x="11523309" y="4279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510E663-9114-A542-AC16-DA657AC8DFEC}"/>
              </a:ext>
            </a:extLst>
          </p:cNvPr>
          <p:cNvCxnSpPr>
            <a:cxnSpLocks/>
          </p:cNvCxnSpPr>
          <p:nvPr/>
        </p:nvCxnSpPr>
        <p:spPr>
          <a:xfrm flipV="1">
            <a:off x="11707607" y="4279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3B02C24-9AF3-9142-968E-4FAAD710FEDF}"/>
              </a:ext>
            </a:extLst>
          </p:cNvPr>
          <p:cNvCxnSpPr>
            <a:cxnSpLocks/>
          </p:cNvCxnSpPr>
          <p:nvPr/>
        </p:nvCxnSpPr>
        <p:spPr>
          <a:xfrm flipV="1">
            <a:off x="11860006" y="41270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F7B1655-F010-8242-884A-059AE4ED9CC1}"/>
              </a:ext>
            </a:extLst>
          </p:cNvPr>
          <p:cNvCxnSpPr>
            <a:cxnSpLocks/>
          </p:cNvCxnSpPr>
          <p:nvPr/>
        </p:nvCxnSpPr>
        <p:spPr>
          <a:xfrm flipV="1">
            <a:off x="11980509" y="40330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F3E808B-40C4-2D45-9B1E-10CEF56257DE}"/>
              </a:ext>
            </a:extLst>
          </p:cNvPr>
          <p:cNvCxnSpPr>
            <a:cxnSpLocks/>
          </p:cNvCxnSpPr>
          <p:nvPr/>
        </p:nvCxnSpPr>
        <p:spPr>
          <a:xfrm flipV="1">
            <a:off x="1312509" y="21458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772B569-C983-DA4C-8393-E39E7F0D320F}"/>
              </a:ext>
            </a:extLst>
          </p:cNvPr>
          <p:cNvCxnSpPr>
            <a:cxnSpLocks/>
          </p:cNvCxnSpPr>
          <p:nvPr/>
        </p:nvCxnSpPr>
        <p:spPr>
          <a:xfrm flipV="1">
            <a:off x="4261272" y="1231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6261574-245E-334F-AA6D-CDEE94F28D6E}"/>
              </a:ext>
            </a:extLst>
          </p:cNvPr>
          <p:cNvCxnSpPr>
            <a:cxnSpLocks/>
          </p:cNvCxnSpPr>
          <p:nvPr/>
        </p:nvCxnSpPr>
        <p:spPr>
          <a:xfrm flipV="1">
            <a:off x="7486481" y="21458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BA4F987-8B47-FA46-8DCE-19723FAB6A62}"/>
              </a:ext>
            </a:extLst>
          </p:cNvPr>
          <p:cNvCxnSpPr>
            <a:cxnSpLocks/>
          </p:cNvCxnSpPr>
          <p:nvPr/>
        </p:nvCxnSpPr>
        <p:spPr>
          <a:xfrm flipV="1">
            <a:off x="8159876" y="2298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F0C2EE8-6274-B240-827A-F4D3FD0FCAF7}"/>
              </a:ext>
            </a:extLst>
          </p:cNvPr>
          <p:cNvCxnSpPr>
            <a:cxnSpLocks/>
          </p:cNvCxnSpPr>
          <p:nvPr/>
        </p:nvCxnSpPr>
        <p:spPr>
          <a:xfrm flipV="1">
            <a:off x="9014025" y="29078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1DA9D6F-D9C0-ED42-B4A6-CE58A13481DC}"/>
              </a:ext>
            </a:extLst>
          </p:cNvPr>
          <p:cNvCxnSpPr>
            <a:cxnSpLocks/>
          </p:cNvCxnSpPr>
          <p:nvPr/>
        </p:nvCxnSpPr>
        <p:spPr>
          <a:xfrm flipV="1">
            <a:off x="2232414" y="1536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243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34FE1C-9747-7840-92E3-175F72BE3EBE}"/>
              </a:ext>
            </a:extLst>
          </p:cNvPr>
          <p:cNvPicPr>
            <a:picLocks noChangeAspect="1"/>
          </p:cNvPicPr>
          <p:nvPr/>
        </p:nvPicPr>
        <p:blipFill>
          <a:blip r:embed="rId3"/>
          <a:stretch>
            <a:fillRect/>
          </a:stretch>
        </p:blipFill>
        <p:spPr>
          <a:xfrm>
            <a:off x="0" y="1667933"/>
            <a:ext cx="12192000" cy="3522133"/>
          </a:xfrm>
          <a:prstGeom prst="rect">
            <a:avLst/>
          </a:prstGeom>
        </p:spPr>
      </p:pic>
      <p:sp>
        <p:nvSpPr>
          <p:cNvPr id="4" name="TextBox 3">
            <a:extLst>
              <a:ext uri="{FF2B5EF4-FFF2-40B4-BE49-F238E27FC236}">
                <a16:creationId xmlns:a16="http://schemas.microsoft.com/office/drawing/2014/main" id="{4BD889BC-0772-F041-BC5C-9C70FB808BBD}"/>
              </a:ext>
            </a:extLst>
          </p:cNvPr>
          <p:cNvSpPr txBox="1"/>
          <p:nvPr/>
        </p:nvSpPr>
        <p:spPr>
          <a:xfrm>
            <a:off x="430306" y="6060141"/>
            <a:ext cx="735106" cy="584775"/>
          </a:xfrm>
          <a:prstGeom prst="rect">
            <a:avLst/>
          </a:prstGeom>
          <a:noFill/>
        </p:spPr>
        <p:txBody>
          <a:bodyPr wrap="square" rtlCol="0">
            <a:spAutoFit/>
          </a:bodyPr>
          <a:lstStyle/>
          <a:p>
            <a:r>
              <a:rPr lang="en-US" sz="3200" b="1" dirty="0"/>
              <a:t>7</a:t>
            </a:r>
          </a:p>
        </p:txBody>
      </p:sp>
      <p:cxnSp>
        <p:nvCxnSpPr>
          <p:cNvPr id="5" name="Straight Arrow Connector 4">
            <a:extLst>
              <a:ext uri="{FF2B5EF4-FFF2-40B4-BE49-F238E27FC236}">
                <a16:creationId xmlns:a16="http://schemas.microsoft.com/office/drawing/2014/main" id="{C1DCF8C4-C845-F44B-B6FD-339DF369483C}"/>
              </a:ext>
            </a:extLst>
          </p:cNvPr>
          <p:cNvCxnSpPr>
            <a:cxnSpLocks/>
          </p:cNvCxnSpPr>
          <p:nvPr/>
        </p:nvCxnSpPr>
        <p:spPr>
          <a:xfrm flipV="1">
            <a:off x="1553513" y="44318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5016C40D-2F57-BA4E-A493-BF5116573906}"/>
              </a:ext>
            </a:extLst>
          </p:cNvPr>
          <p:cNvCxnSpPr>
            <a:cxnSpLocks/>
          </p:cNvCxnSpPr>
          <p:nvPr/>
        </p:nvCxnSpPr>
        <p:spPr>
          <a:xfrm flipV="1">
            <a:off x="1642118" y="4584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A88F650-AC0E-C54A-BBFC-19F816882FCB}"/>
              </a:ext>
            </a:extLst>
          </p:cNvPr>
          <p:cNvCxnSpPr>
            <a:cxnSpLocks/>
          </p:cNvCxnSpPr>
          <p:nvPr/>
        </p:nvCxnSpPr>
        <p:spPr>
          <a:xfrm flipV="1">
            <a:off x="1741355" y="473286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600D150-74C8-D040-9097-A414899D24B0}"/>
              </a:ext>
            </a:extLst>
          </p:cNvPr>
          <p:cNvCxnSpPr>
            <a:cxnSpLocks/>
          </p:cNvCxnSpPr>
          <p:nvPr/>
        </p:nvCxnSpPr>
        <p:spPr>
          <a:xfrm flipV="1">
            <a:off x="1851225" y="46742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4AEEFD8-C814-154B-8483-48B454F598FE}"/>
              </a:ext>
            </a:extLst>
          </p:cNvPr>
          <p:cNvCxnSpPr>
            <a:cxnSpLocks/>
          </p:cNvCxnSpPr>
          <p:nvPr/>
        </p:nvCxnSpPr>
        <p:spPr>
          <a:xfrm flipV="1">
            <a:off x="1961095" y="46742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3EBE64B-94A3-714B-9EB2-4A9BF6102DDB}"/>
              </a:ext>
            </a:extLst>
          </p:cNvPr>
          <p:cNvCxnSpPr>
            <a:cxnSpLocks/>
          </p:cNvCxnSpPr>
          <p:nvPr/>
        </p:nvCxnSpPr>
        <p:spPr>
          <a:xfrm flipV="1">
            <a:off x="2070964" y="46742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06BEEAB-CEA4-ED46-B76A-4FB41F4C5EC1}"/>
              </a:ext>
            </a:extLst>
          </p:cNvPr>
          <p:cNvCxnSpPr>
            <a:cxnSpLocks/>
          </p:cNvCxnSpPr>
          <p:nvPr/>
        </p:nvCxnSpPr>
        <p:spPr>
          <a:xfrm flipV="1">
            <a:off x="2191467" y="4584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C598429-B5C7-C54F-8706-B8733279BA3C}"/>
              </a:ext>
            </a:extLst>
          </p:cNvPr>
          <p:cNvCxnSpPr>
            <a:cxnSpLocks/>
          </p:cNvCxnSpPr>
          <p:nvPr/>
        </p:nvCxnSpPr>
        <p:spPr>
          <a:xfrm flipV="1">
            <a:off x="2301336" y="443325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B93758C-7CD8-9E44-81CC-6B234C8C8875}"/>
              </a:ext>
            </a:extLst>
          </p:cNvPr>
          <p:cNvCxnSpPr>
            <a:cxnSpLocks/>
          </p:cNvCxnSpPr>
          <p:nvPr/>
        </p:nvCxnSpPr>
        <p:spPr>
          <a:xfrm flipV="1">
            <a:off x="2506900" y="42985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BD73531-5BAB-FC44-8DB7-C6399A1A80C5}"/>
              </a:ext>
            </a:extLst>
          </p:cNvPr>
          <p:cNvCxnSpPr>
            <a:cxnSpLocks/>
          </p:cNvCxnSpPr>
          <p:nvPr/>
        </p:nvCxnSpPr>
        <p:spPr>
          <a:xfrm flipV="1">
            <a:off x="2680565" y="41270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1700A0F-05C1-F943-9A37-02AA306A1215}"/>
              </a:ext>
            </a:extLst>
          </p:cNvPr>
          <p:cNvCxnSpPr>
            <a:cxnSpLocks/>
          </p:cNvCxnSpPr>
          <p:nvPr/>
        </p:nvCxnSpPr>
        <p:spPr>
          <a:xfrm flipV="1">
            <a:off x="2918025" y="39746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4EAE537-1EAC-B443-9F95-E583EFECEAB4}"/>
              </a:ext>
            </a:extLst>
          </p:cNvPr>
          <p:cNvCxnSpPr>
            <a:cxnSpLocks/>
          </p:cNvCxnSpPr>
          <p:nvPr/>
        </p:nvCxnSpPr>
        <p:spPr>
          <a:xfrm flipV="1">
            <a:off x="3410667" y="381846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6C0DED5-39B8-4B4A-A39D-579A4F59FEE5}"/>
              </a:ext>
            </a:extLst>
          </p:cNvPr>
          <p:cNvCxnSpPr>
            <a:cxnSpLocks/>
          </p:cNvCxnSpPr>
          <p:nvPr/>
        </p:nvCxnSpPr>
        <p:spPr>
          <a:xfrm flipV="1">
            <a:off x="4296713" y="33841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5911ECD-7400-E94C-88F1-55A1DF26494D}"/>
              </a:ext>
            </a:extLst>
          </p:cNvPr>
          <p:cNvCxnSpPr>
            <a:cxnSpLocks/>
          </p:cNvCxnSpPr>
          <p:nvPr/>
        </p:nvCxnSpPr>
        <p:spPr>
          <a:xfrm flipV="1">
            <a:off x="5597430" y="30602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E1AB2D9-724D-6441-8363-4724A5D9E441}"/>
              </a:ext>
            </a:extLst>
          </p:cNvPr>
          <p:cNvCxnSpPr>
            <a:cxnSpLocks/>
          </p:cNvCxnSpPr>
          <p:nvPr/>
        </p:nvCxnSpPr>
        <p:spPr>
          <a:xfrm flipV="1">
            <a:off x="6963101" y="2755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A267095-C6EF-E349-9EE1-405F750DD0D2}"/>
              </a:ext>
            </a:extLst>
          </p:cNvPr>
          <p:cNvCxnSpPr>
            <a:cxnSpLocks/>
          </p:cNvCxnSpPr>
          <p:nvPr/>
        </p:nvCxnSpPr>
        <p:spPr>
          <a:xfrm flipV="1">
            <a:off x="8142156" y="2755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BAFE88A-5A29-7C4D-8A36-3CA3BDBC2F20}"/>
              </a:ext>
            </a:extLst>
          </p:cNvPr>
          <p:cNvCxnSpPr>
            <a:cxnSpLocks/>
          </p:cNvCxnSpPr>
          <p:nvPr/>
        </p:nvCxnSpPr>
        <p:spPr>
          <a:xfrm flipV="1">
            <a:off x="9581094" y="292697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45C18BC-66C0-E340-8648-2978F407E092}"/>
              </a:ext>
            </a:extLst>
          </p:cNvPr>
          <p:cNvCxnSpPr>
            <a:cxnSpLocks/>
          </p:cNvCxnSpPr>
          <p:nvPr/>
        </p:nvCxnSpPr>
        <p:spPr>
          <a:xfrm flipV="1">
            <a:off x="11073197" y="36698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1853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C22741-7A46-0845-AB67-45256E48D20D}"/>
              </a:ext>
            </a:extLst>
          </p:cNvPr>
          <p:cNvPicPr>
            <a:picLocks noChangeAspect="1"/>
          </p:cNvPicPr>
          <p:nvPr/>
        </p:nvPicPr>
        <p:blipFill>
          <a:blip r:embed="rId3"/>
          <a:stretch>
            <a:fillRect/>
          </a:stretch>
        </p:blipFill>
        <p:spPr>
          <a:xfrm>
            <a:off x="0" y="1679357"/>
            <a:ext cx="12192000" cy="3499285"/>
          </a:xfrm>
          <a:prstGeom prst="rect">
            <a:avLst/>
          </a:prstGeom>
        </p:spPr>
      </p:pic>
      <p:sp>
        <p:nvSpPr>
          <p:cNvPr id="4" name="TextBox 3">
            <a:extLst>
              <a:ext uri="{FF2B5EF4-FFF2-40B4-BE49-F238E27FC236}">
                <a16:creationId xmlns:a16="http://schemas.microsoft.com/office/drawing/2014/main" id="{D2545E0D-738C-3341-8114-AFC1FAB3B946}"/>
              </a:ext>
            </a:extLst>
          </p:cNvPr>
          <p:cNvSpPr txBox="1"/>
          <p:nvPr/>
        </p:nvSpPr>
        <p:spPr>
          <a:xfrm>
            <a:off x="430306" y="6060141"/>
            <a:ext cx="735106" cy="584775"/>
          </a:xfrm>
          <a:prstGeom prst="rect">
            <a:avLst/>
          </a:prstGeom>
          <a:noFill/>
        </p:spPr>
        <p:txBody>
          <a:bodyPr wrap="square" rtlCol="0">
            <a:spAutoFit/>
          </a:bodyPr>
          <a:lstStyle/>
          <a:p>
            <a:r>
              <a:rPr lang="en-US" sz="3200" b="1" dirty="0"/>
              <a:t>8</a:t>
            </a:r>
          </a:p>
        </p:txBody>
      </p:sp>
      <p:cxnSp>
        <p:nvCxnSpPr>
          <p:cNvPr id="5" name="Straight Arrow Connector 4">
            <a:extLst>
              <a:ext uri="{FF2B5EF4-FFF2-40B4-BE49-F238E27FC236}">
                <a16:creationId xmlns:a16="http://schemas.microsoft.com/office/drawing/2014/main" id="{67F7D4B3-E8B7-8845-8B12-03AB1B179182}"/>
              </a:ext>
            </a:extLst>
          </p:cNvPr>
          <p:cNvCxnSpPr>
            <a:cxnSpLocks/>
          </p:cNvCxnSpPr>
          <p:nvPr/>
        </p:nvCxnSpPr>
        <p:spPr>
          <a:xfrm flipV="1">
            <a:off x="212093" y="44318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A0F51DB-D9DA-BC4C-A5B8-3DD536156A12}"/>
              </a:ext>
            </a:extLst>
          </p:cNvPr>
          <p:cNvCxnSpPr>
            <a:cxnSpLocks/>
          </p:cNvCxnSpPr>
          <p:nvPr/>
        </p:nvCxnSpPr>
        <p:spPr>
          <a:xfrm flipV="1">
            <a:off x="346020" y="441182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0BA81E7-5703-F14A-9F75-43B6F3DD6900}"/>
              </a:ext>
            </a:extLst>
          </p:cNvPr>
          <p:cNvCxnSpPr>
            <a:cxnSpLocks/>
          </p:cNvCxnSpPr>
          <p:nvPr/>
        </p:nvCxnSpPr>
        <p:spPr>
          <a:xfrm flipV="1">
            <a:off x="563075" y="42794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8252CA3-9977-DC4E-A46F-C471824C1B15}"/>
              </a:ext>
            </a:extLst>
          </p:cNvPr>
          <p:cNvCxnSpPr>
            <a:cxnSpLocks/>
          </p:cNvCxnSpPr>
          <p:nvPr/>
        </p:nvCxnSpPr>
        <p:spPr>
          <a:xfrm flipV="1">
            <a:off x="835547" y="41270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D49FB30-91E6-A34D-84D6-3CA06935AFF5}"/>
              </a:ext>
            </a:extLst>
          </p:cNvPr>
          <p:cNvCxnSpPr>
            <a:cxnSpLocks/>
          </p:cNvCxnSpPr>
          <p:nvPr/>
        </p:nvCxnSpPr>
        <p:spPr>
          <a:xfrm flipV="1">
            <a:off x="1165069" y="39746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37D6A8E-E8DB-844E-A2CE-24B4DA6C6614}"/>
              </a:ext>
            </a:extLst>
          </p:cNvPr>
          <p:cNvCxnSpPr>
            <a:cxnSpLocks/>
          </p:cNvCxnSpPr>
          <p:nvPr/>
        </p:nvCxnSpPr>
        <p:spPr>
          <a:xfrm flipV="1">
            <a:off x="1555983" y="37976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B282FF1-01D0-FC4B-82C7-0BDB29D0D2CF}"/>
              </a:ext>
            </a:extLst>
          </p:cNvPr>
          <p:cNvCxnSpPr>
            <a:cxnSpLocks/>
          </p:cNvCxnSpPr>
          <p:nvPr/>
        </p:nvCxnSpPr>
        <p:spPr>
          <a:xfrm flipV="1">
            <a:off x="2077838" y="352975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4EFC303-9A53-B440-B26D-56FA358A4C4A}"/>
              </a:ext>
            </a:extLst>
          </p:cNvPr>
          <p:cNvCxnSpPr>
            <a:cxnSpLocks/>
          </p:cNvCxnSpPr>
          <p:nvPr/>
        </p:nvCxnSpPr>
        <p:spPr>
          <a:xfrm flipV="1">
            <a:off x="2964529" y="33404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304BFB9-BF4C-6949-B5F6-AF5C8D6B6124}"/>
              </a:ext>
            </a:extLst>
          </p:cNvPr>
          <p:cNvCxnSpPr>
            <a:cxnSpLocks/>
          </p:cNvCxnSpPr>
          <p:nvPr/>
        </p:nvCxnSpPr>
        <p:spPr>
          <a:xfrm flipV="1">
            <a:off x="4012513" y="296013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6B88E33-A210-974C-9C07-3193FCC02DFF}"/>
              </a:ext>
            </a:extLst>
          </p:cNvPr>
          <p:cNvCxnSpPr>
            <a:cxnSpLocks/>
          </p:cNvCxnSpPr>
          <p:nvPr/>
        </p:nvCxnSpPr>
        <p:spPr>
          <a:xfrm flipV="1">
            <a:off x="5208966" y="286777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2FC902D-14B0-A945-B983-86B1C833CF86}"/>
              </a:ext>
            </a:extLst>
          </p:cNvPr>
          <p:cNvCxnSpPr>
            <a:cxnSpLocks/>
          </p:cNvCxnSpPr>
          <p:nvPr/>
        </p:nvCxnSpPr>
        <p:spPr>
          <a:xfrm flipV="1">
            <a:off x="6386602" y="261535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0100480-9BC7-E84A-8039-EB501B4ECC28}"/>
              </a:ext>
            </a:extLst>
          </p:cNvPr>
          <p:cNvCxnSpPr>
            <a:cxnSpLocks/>
          </p:cNvCxnSpPr>
          <p:nvPr/>
        </p:nvCxnSpPr>
        <p:spPr>
          <a:xfrm flipV="1">
            <a:off x="8099947" y="261535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BA5DA2D-F32C-CA4C-BA64-91C63426A3C3}"/>
              </a:ext>
            </a:extLst>
          </p:cNvPr>
          <p:cNvCxnSpPr>
            <a:cxnSpLocks/>
          </p:cNvCxnSpPr>
          <p:nvPr/>
        </p:nvCxnSpPr>
        <p:spPr>
          <a:xfrm flipV="1">
            <a:off x="10090384" y="32126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7777E14-5954-3A41-9CF0-56D5198295F8}"/>
              </a:ext>
            </a:extLst>
          </p:cNvPr>
          <p:cNvCxnSpPr>
            <a:cxnSpLocks/>
          </p:cNvCxnSpPr>
          <p:nvPr/>
        </p:nvCxnSpPr>
        <p:spPr>
          <a:xfrm flipV="1">
            <a:off x="10579911" y="46104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6202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5BFD9D-7F9D-3A45-B0E9-CCFA5B028E58}"/>
              </a:ext>
            </a:extLst>
          </p:cNvPr>
          <p:cNvPicPr>
            <a:picLocks noChangeAspect="1"/>
          </p:cNvPicPr>
          <p:nvPr/>
        </p:nvPicPr>
        <p:blipFill>
          <a:blip r:embed="rId3"/>
          <a:stretch>
            <a:fillRect/>
          </a:stretch>
        </p:blipFill>
        <p:spPr>
          <a:xfrm>
            <a:off x="0" y="893757"/>
            <a:ext cx="12192000" cy="5070485"/>
          </a:xfrm>
          <a:prstGeom prst="rect">
            <a:avLst/>
          </a:prstGeom>
        </p:spPr>
      </p:pic>
      <p:sp>
        <p:nvSpPr>
          <p:cNvPr id="4" name="TextBox 3">
            <a:extLst>
              <a:ext uri="{FF2B5EF4-FFF2-40B4-BE49-F238E27FC236}">
                <a16:creationId xmlns:a16="http://schemas.microsoft.com/office/drawing/2014/main" id="{0519FBBA-D786-FE46-9A89-3FA0E3730516}"/>
              </a:ext>
            </a:extLst>
          </p:cNvPr>
          <p:cNvSpPr txBox="1"/>
          <p:nvPr/>
        </p:nvSpPr>
        <p:spPr>
          <a:xfrm>
            <a:off x="430306" y="6060141"/>
            <a:ext cx="735106" cy="584775"/>
          </a:xfrm>
          <a:prstGeom prst="rect">
            <a:avLst/>
          </a:prstGeom>
          <a:noFill/>
        </p:spPr>
        <p:txBody>
          <a:bodyPr wrap="square" rtlCol="0">
            <a:spAutoFit/>
          </a:bodyPr>
          <a:lstStyle/>
          <a:p>
            <a:r>
              <a:rPr lang="en-US" sz="3200" b="1" dirty="0"/>
              <a:t>9</a:t>
            </a:r>
          </a:p>
        </p:txBody>
      </p:sp>
      <p:cxnSp>
        <p:nvCxnSpPr>
          <p:cNvPr id="5" name="Straight Arrow Connector 4">
            <a:extLst>
              <a:ext uri="{FF2B5EF4-FFF2-40B4-BE49-F238E27FC236}">
                <a16:creationId xmlns:a16="http://schemas.microsoft.com/office/drawing/2014/main" id="{C27B35F4-128A-E849-88D0-0A77831C991C}"/>
              </a:ext>
            </a:extLst>
          </p:cNvPr>
          <p:cNvCxnSpPr>
            <a:cxnSpLocks/>
          </p:cNvCxnSpPr>
          <p:nvPr/>
        </p:nvCxnSpPr>
        <p:spPr>
          <a:xfrm flipV="1">
            <a:off x="803220" y="422394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4E90442-8922-FA4C-BFF6-F6062B634A59}"/>
              </a:ext>
            </a:extLst>
          </p:cNvPr>
          <p:cNvCxnSpPr>
            <a:cxnSpLocks/>
          </p:cNvCxnSpPr>
          <p:nvPr/>
        </p:nvCxnSpPr>
        <p:spPr>
          <a:xfrm flipV="1">
            <a:off x="1029511" y="398841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36A56E3-A84D-4744-B468-D69412811208}"/>
              </a:ext>
            </a:extLst>
          </p:cNvPr>
          <p:cNvCxnSpPr>
            <a:cxnSpLocks/>
          </p:cNvCxnSpPr>
          <p:nvPr/>
        </p:nvCxnSpPr>
        <p:spPr>
          <a:xfrm flipV="1">
            <a:off x="1459002" y="38484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52A20CA-C130-3D45-8DDB-447D3E657421}"/>
              </a:ext>
            </a:extLst>
          </p:cNvPr>
          <p:cNvCxnSpPr>
            <a:cxnSpLocks/>
          </p:cNvCxnSpPr>
          <p:nvPr/>
        </p:nvCxnSpPr>
        <p:spPr>
          <a:xfrm flipV="1">
            <a:off x="1943912" y="369893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6721CFB-3FFE-4142-A85B-56444B968534}"/>
              </a:ext>
            </a:extLst>
          </p:cNvPr>
          <p:cNvCxnSpPr>
            <a:cxnSpLocks/>
          </p:cNvCxnSpPr>
          <p:nvPr/>
        </p:nvCxnSpPr>
        <p:spPr>
          <a:xfrm flipV="1">
            <a:off x="2336457" y="353121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3063993-E8D2-1C4C-99A1-700CD46A0188}"/>
              </a:ext>
            </a:extLst>
          </p:cNvPr>
          <p:cNvCxnSpPr>
            <a:cxnSpLocks/>
          </p:cNvCxnSpPr>
          <p:nvPr/>
        </p:nvCxnSpPr>
        <p:spPr>
          <a:xfrm flipV="1">
            <a:off x="2812130" y="324173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CD07B7E-E582-B546-B000-CF977E267644}"/>
              </a:ext>
            </a:extLst>
          </p:cNvPr>
          <p:cNvCxnSpPr>
            <a:cxnSpLocks/>
          </p:cNvCxnSpPr>
          <p:nvPr/>
        </p:nvCxnSpPr>
        <p:spPr>
          <a:xfrm flipV="1">
            <a:off x="3297039" y="307401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B74593D-9505-074F-9B66-C8B944EB90DA}"/>
              </a:ext>
            </a:extLst>
          </p:cNvPr>
          <p:cNvCxnSpPr>
            <a:cxnSpLocks/>
          </p:cNvCxnSpPr>
          <p:nvPr/>
        </p:nvCxnSpPr>
        <p:spPr>
          <a:xfrm flipV="1">
            <a:off x="4086748" y="285549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C3FDAFF-9A70-4E47-AEE6-7839EF90C8A0}"/>
              </a:ext>
            </a:extLst>
          </p:cNvPr>
          <p:cNvCxnSpPr>
            <a:cxnSpLocks/>
          </p:cNvCxnSpPr>
          <p:nvPr/>
        </p:nvCxnSpPr>
        <p:spPr>
          <a:xfrm flipV="1">
            <a:off x="5476820" y="247365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B6F7289-5659-6C43-82BD-C62F04BF2344}"/>
              </a:ext>
            </a:extLst>
          </p:cNvPr>
          <p:cNvCxnSpPr>
            <a:cxnSpLocks/>
          </p:cNvCxnSpPr>
          <p:nvPr/>
        </p:nvCxnSpPr>
        <p:spPr>
          <a:xfrm flipV="1">
            <a:off x="6525148" y="239829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AB770A0-9215-1042-ABD8-46CFE65334FA}"/>
              </a:ext>
            </a:extLst>
          </p:cNvPr>
          <p:cNvCxnSpPr>
            <a:cxnSpLocks/>
          </p:cNvCxnSpPr>
          <p:nvPr/>
        </p:nvCxnSpPr>
        <p:spPr>
          <a:xfrm flipV="1">
            <a:off x="7665838" y="252591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1AFB79E-C5D5-0E4F-9A93-1C23D582BB91}"/>
              </a:ext>
            </a:extLst>
          </p:cNvPr>
          <p:cNvCxnSpPr>
            <a:cxnSpLocks/>
          </p:cNvCxnSpPr>
          <p:nvPr/>
        </p:nvCxnSpPr>
        <p:spPr>
          <a:xfrm flipV="1">
            <a:off x="8547912" y="266761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30CF0BA-F281-CB40-BDFA-BEE6B3986436}"/>
              </a:ext>
            </a:extLst>
          </p:cNvPr>
          <p:cNvCxnSpPr>
            <a:cxnSpLocks/>
          </p:cNvCxnSpPr>
          <p:nvPr/>
        </p:nvCxnSpPr>
        <p:spPr>
          <a:xfrm flipV="1">
            <a:off x="9707075" y="331269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CE8D1FE-FB26-6E4B-967C-5E1CF814A6FC}"/>
              </a:ext>
            </a:extLst>
          </p:cNvPr>
          <p:cNvCxnSpPr>
            <a:cxnSpLocks/>
          </p:cNvCxnSpPr>
          <p:nvPr/>
        </p:nvCxnSpPr>
        <p:spPr>
          <a:xfrm flipV="1">
            <a:off x="10233548" y="40345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3271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3AFDF6-F37C-1D48-B8C4-6928D61CC6F3}"/>
              </a:ext>
            </a:extLst>
          </p:cNvPr>
          <p:cNvPicPr>
            <a:picLocks noChangeAspect="1"/>
          </p:cNvPicPr>
          <p:nvPr/>
        </p:nvPicPr>
        <p:blipFill>
          <a:blip r:embed="rId3"/>
          <a:stretch>
            <a:fillRect/>
          </a:stretch>
        </p:blipFill>
        <p:spPr>
          <a:xfrm>
            <a:off x="0" y="897789"/>
            <a:ext cx="12192000" cy="5062422"/>
          </a:xfrm>
          <a:prstGeom prst="rect">
            <a:avLst/>
          </a:prstGeom>
        </p:spPr>
      </p:pic>
      <p:sp>
        <p:nvSpPr>
          <p:cNvPr id="4" name="TextBox 3">
            <a:extLst>
              <a:ext uri="{FF2B5EF4-FFF2-40B4-BE49-F238E27FC236}">
                <a16:creationId xmlns:a16="http://schemas.microsoft.com/office/drawing/2014/main" id="{3E8D8320-240A-6244-B10B-29CC51D09860}"/>
              </a:ext>
            </a:extLst>
          </p:cNvPr>
          <p:cNvSpPr txBox="1"/>
          <p:nvPr/>
        </p:nvSpPr>
        <p:spPr>
          <a:xfrm>
            <a:off x="430306" y="6060141"/>
            <a:ext cx="735106" cy="584775"/>
          </a:xfrm>
          <a:prstGeom prst="rect">
            <a:avLst/>
          </a:prstGeom>
          <a:noFill/>
        </p:spPr>
        <p:txBody>
          <a:bodyPr wrap="square" rtlCol="0">
            <a:spAutoFit/>
          </a:bodyPr>
          <a:lstStyle/>
          <a:p>
            <a:r>
              <a:rPr lang="en-US" sz="3200" b="1" dirty="0"/>
              <a:t>10</a:t>
            </a:r>
          </a:p>
        </p:txBody>
      </p:sp>
      <p:cxnSp>
        <p:nvCxnSpPr>
          <p:cNvPr id="7" name="Straight Arrow Connector 6">
            <a:extLst>
              <a:ext uri="{FF2B5EF4-FFF2-40B4-BE49-F238E27FC236}">
                <a16:creationId xmlns:a16="http://schemas.microsoft.com/office/drawing/2014/main" id="{F0162BB2-9EA7-3942-8087-B9E0836B788A}"/>
              </a:ext>
            </a:extLst>
          </p:cNvPr>
          <p:cNvCxnSpPr>
            <a:cxnSpLocks/>
          </p:cNvCxnSpPr>
          <p:nvPr/>
        </p:nvCxnSpPr>
        <p:spPr>
          <a:xfrm flipV="1">
            <a:off x="1174305" y="50676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A3D8437-95E8-BC45-AADF-3A766FAF37DA}"/>
              </a:ext>
            </a:extLst>
          </p:cNvPr>
          <p:cNvCxnSpPr>
            <a:cxnSpLocks/>
          </p:cNvCxnSpPr>
          <p:nvPr/>
        </p:nvCxnSpPr>
        <p:spPr>
          <a:xfrm flipV="1">
            <a:off x="1583694" y="36960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F29B809-743C-754F-91AD-1E5BEEEC316F}"/>
              </a:ext>
            </a:extLst>
          </p:cNvPr>
          <p:cNvCxnSpPr>
            <a:cxnSpLocks/>
          </p:cNvCxnSpPr>
          <p:nvPr/>
        </p:nvCxnSpPr>
        <p:spPr>
          <a:xfrm flipV="1">
            <a:off x="2419585" y="308786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FE53105-BDFA-9C4A-9EB5-F2A261B7C617}"/>
              </a:ext>
            </a:extLst>
          </p:cNvPr>
          <p:cNvCxnSpPr>
            <a:cxnSpLocks/>
          </p:cNvCxnSpPr>
          <p:nvPr/>
        </p:nvCxnSpPr>
        <p:spPr>
          <a:xfrm flipV="1">
            <a:off x="4991911" y="240291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7D8F786-26C6-614E-95D8-2DBE939F3339}"/>
              </a:ext>
            </a:extLst>
          </p:cNvPr>
          <p:cNvCxnSpPr>
            <a:cxnSpLocks/>
          </p:cNvCxnSpPr>
          <p:nvPr/>
        </p:nvCxnSpPr>
        <p:spPr>
          <a:xfrm flipV="1">
            <a:off x="7407221" y="240291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781A843-20EE-FB45-BB43-3FA8ED77C746}"/>
              </a:ext>
            </a:extLst>
          </p:cNvPr>
          <p:cNvCxnSpPr>
            <a:cxnSpLocks/>
          </p:cNvCxnSpPr>
          <p:nvPr/>
        </p:nvCxnSpPr>
        <p:spPr>
          <a:xfrm flipV="1">
            <a:off x="9591621" y="29770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C63D7A8-D305-8346-8608-46D7EAB089D9}"/>
              </a:ext>
            </a:extLst>
          </p:cNvPr>
          <p:cNvCxnSpPr>
            <a:cxnSpLocks/>
          </p:cNvCxnSpPr>
          <p:nvPr/>
        </p:nvCxnSpPr>
        <p:spPr>
          <a:xfrm flipV="1">
            <a:off x="11046348" y="33912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9344324-BACD-044F-85B8-7109014F1129}"/>
              </a:ext>
            </a:extLst>
          </p:cNvPr>
          <p:cNvCxnSpPr>
            <a:cxnSpLocks/>
          </p:cNvCxnSpPr>
          <p:nvPr/>
        </p:nvCxnSpPr>
        <p:spPr>
          <a:xfrm flipV="1">
            <a:off x="11983839" y="331731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592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83F900-857A-C345-91EB-DF0316FBF36B}"/>
              </a:ext>
            </a:extLst>
          </p:cNvPr>
          <p:cNvPicPr>
            <a:picLocks noChangeAspect="1"/>
          </p:cNvPicPr>
          <p:nvPr/>
        </p:nvPicPr>
        <p:blipFill>
          <a:blip r:embed="rId3"/>
          <a:stretch>
            <a:fillRect/>
          </a:stretch>
        </p:blipFill>
        <p:spPr>
          <a:xfrm>
            <a:off x="0" y="1673071"/>
            <a:ext cx="12192000" cy="3511858"/>
          </a:xfrm>
          <a:prstGeom prst="rect">
            <a:avLst/>
          </a:prstGeom>
        </p:spPr>
      </p:pic>
      <p:sp>
        <p:nvSpPr>
          <p:cNvPr id="4" name="TextBox 3">
            <a:extLst>
              <a:ext uri="{FF2B5EF4-FFF2-40B4-BE49-F238E27FC236}">
                <a16:creationId xmlns:a16="http://schemas.microsoft.com/office/drawing/2014/main" id="{D1FD5908-261A-1843-9BCC-EE1E1245C168}"/>
              </a:ext>
            </a:extLst>
          </p:cNvPr>
          <p:cNvSpPr txBox="1"/>
          <p:nvPr/>
        </p:nvSpPr>
        <p:spPr>
          <a:xfrm>
            <a:off x="430306" y="6060141"/>
            <a:ext cx="735106" cy="584775"/>
          </a:xfrm>
          <a:prstGeom prst="rect">
            <a:avLst/>
          </a:prstGeom>
          <a:noFill/>
        </p:spPr>
        <p:txBody>
          <a:bodyPr wrap="square" rtlCol="0">
            <a:spAutoFit/>
          </a:bodyPr>
          <a:lstStyle/>
          <a:p>
            <a:r>
              <a:rPr lang="en-US" sz="3200" b="1" dirty="0"/>
              <a:t>11</a:t>
            </a:r>
          </a:p>
        </p:txBody>
      </p:sp>
      <p:cxnSp>
        <p:nvCxnSpPr>
          <p:cNvPr id="5" name="Straight Arrow Connector 4">
            <a:extLst>
              <a:ext uri="{FF2B5EF4-FFF2-40B4-BE49-F238E27FC236}">
                <a16:creationId xmlns:a16="http://schemas.microsoft.com/office/drawing/2014/main" id="{94E7C3ED-FF49-6644-8F2D-8DAB87944A9B}"/>
              </a:ext>
            </a:extLst>
          </p:cNvPr>
          <p:cNvCxnSpPr>
            <a:cxnSpLocks/>
          </p:cNvCxnSpPr>
          <p:nvPr/>
        </p:nvCxnSpPr>
        <p:spPr>
          <a:xfrm flipV="1">
            <a:off x="1532894" y="38484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7AFFA13-38EB-E742-8CA5-73C4CDEF151E}"/>
              </a:ext>
            </a:extLst>
          </p:cNvPr>
          <p:cNvCxnSpPr>
            <a:cxnSpLocks/>
          </p:cNvCxnSpPr>
          <p:nvPr/>
        </p:nvCxnSpPr>
        <p:spPr>
          <a:xfrm flipV="1">
            <a:off x="3357075" y="276313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9041573-AA71-1147-8863-2BDB1E909BCC}"/>
              </a:ext>
            </a:extLst>
          </p:cNvPr>
          <p:cNvCxnSpPr>
            <a:cxnSpLocks/>
          </p:cNvCxnSpPr>
          <p:nvPr/>
        </p:nvCxnSpPr>
        <p:spPr>
          <a:xfrm flipV="1">
            <a:off x="5744675" y="286011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C64FD15-A463-E34A-A0FB-16EA9E4E9BB5}"/>
              </a:ext>
            </a:extLst>
          </p:cNvPr>
          <p:cNvCxnSpPr>
            <a:cxnSpLocks/>
          </p:cNvCxnSpPr>
          <p:nvPr/>
        </p:nvCxnSpPr>
        <p:spPr>
          <a:xfrm flipV="1">
            <a:off x="7448784" y="331731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399EC82-C21B-3841-977A-9506469824B2}"/>
              </a:ext>
            </a:extLst>
          </p:cNvPr>
          <p:cNvCxnSpPr>
            <a:cxnSpLocks/>
          </p:cNvCxnSpPr>
          <p:nvPr/>
        </p:nvCxnSpPr>
        <p:spPr>
          <a:xfrm flipV="1">
            <a:off x="1376503" y="444358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14F62CD-DA79-3849-8A91-CAFA092926A5}"/>
              </a:ext>
            </a:extLst>
          </p:cNvPr>
          <p:cNvCxnSpPr>
            <a:cxnSpLocks/>
          </p:cNvCxnSpPr>
          <p:nvPr/>
        </p:nvCxnSpPr>
        <p:spPr>
          <a:xfrm flipV="1">
            <a:off x="8926603" y="367753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1042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B59B30-D833-CF4B-AA4C-1D5FA927570E}"/>
              </a:ext>
            </a:extLst>
          </p:cNvPr>
          <p:cNvPicPr>
            <a:picLocks noChangeAspect="1"/>
          </p:cNvPicPr>
          <p:nvPr/>
        </p:nvPicPr>
        <p:blipFill>
          <a:blip r:embed="rId3"/>
          <a:stretch>
            <a:fillRect/>
          </a:stretch>
        </p:blipFill>
        <p:spPr>
          <a:xfrm>
            <a:off x="0" y="1679127"/>
            <a:ext cx="12192000" cy="3499745"/>
          </a:xfrm>
          <a:prstGeom prst="rect">
            <a:avLst/>
          </a:prstGeom>
        </p:spPr>
      </p:pic>
      <p:sp>
        <p:nvSpPr>
          <p:cNvPr id="4" name="TextBox 3">
            <a:extLst>
              <a:ext uri="{FF2B5EF4-FFF2-40B4-BE49-F238E27FC236}">
                <a16:creationId xmlns:a16="http://schemas.microsoft.com/office/drawing/2014/main" id="{B0E96C5B-2B34-BD44-8B93-C0B8EF167E82}"/>
              </a:ext>
            </a:extLst>
          </p:cNvPr>
          <p:cNvSpPr txBox="1"/>
          <p:nvPr/>
        </p:nvSpPr>
        <p:spPr>
          <a:xfrm>
            <a:off x="430306" y="6060141"/>
            <a:ext cx="735106" cy="584775"/>
          </a:xfrm>
          <a:prstGeom prst="rect">
            <a:avLst/>
          </a:prstGeom>
          <a:noFill/>
        </p:spPr>
        <p:txBody>
          <a:bodyPr wrap="square" rtlCol="0">
            <a:spAutoFit/>
          </a:bodyPr>
          <a:lstStyle/>
          <a:p>
            <a:r>
              <a:rPr lang="en-US" sz="3200" b="1" dirty="0"/>
              <a:t>12</a:t>
            </a:r>
          </a:p>
        </p:txBody>
      </p:sp>
      <p:cxnSp>
        <p:nvCxnSpPr>
          <p:cNvPr id="5" name="Straight Arrow Connector 4">
            <a:extLst>
              <a:ext uri="{FF2B5EF4-FFF2-40B4-BE49-F238E27FC236}">
                <a16:creationId xmlns:a16="http://schemas.microsoft.com/office/drawing/2014/main" id="{AC70D620-AC6C-A440-B99B-F3F2E1BD4B8F}"/>
              </a:ext>
            </a:extLst>
          </p:cNvPr>
          <p:cNvCxnSpPr>
            <a:cxnSpLocks/>
          </p:cNvCxnSpPr>
          <p:nvPr/>
        </p:nvCxnSpPr>
        <p:spPr>
          <a:xfrm flipV="1">
            <a:off x="812457" y="486586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FF82222B-CD9A-5D43-BDF6-A419723E7DB8}"/>
              </a:ext>
            </a:extLst>
          </p:cNvPr>
          <p:cNvCxnSpPr>
            <a:cxnSpLocks/>
          </p:cNvCxnSpPr>
          <p:nvPr/>
        </p:nvCxnSpPr>
        <p:spPr>
          <a:xfrm flipV="1">
            <a:off x="1408202" y="366829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C39BE04-52E3-1743-B113-8F62822971EF}"/>
              </a:ext>
            </a:extLst>
          </p:cNvPr>
          <p:cNvCxnSpPr>
            <a:cxnSpLocks/>
          </p:cNvCxnSpPr>
          <p:nvPr/>
        </p:nvCxnSpPr>
        <p:spPr>
          <a:xfrm flipV="1">
            <a:off x="2391875" y="309102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0546EF9-6E3A-E848-8CD1-80EE89C9974D}"/>
              </a:ext>
            </a:extLst>
          </p:cNvPr>
          <p:cNvCxnSpPr>
            <a:cxnSpLocks/>
          </p:cNvCxnSpPr>
          <p:nvPr/>
        </p:nvCxnSpPr>
        <p:spPr>
          <a:xfrm flipV="1">
            <a:off x="4049803" y="275389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21B1116-297F-5B47-B065-2BF834E2180A}"/>
              </a:ext>
            </a:extLst>
          </p:cNvPr>
          <p:cNvCxnSpPr>
            <a:cxnSpLocks/>
          </p:cNvCxnSpPr>
          <p:nvPr/>
        </p:nvCxnSpPr>
        <p:spPr>
          <a:xfrm flipV="1">
            <a:off x="5338275" y="282317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C0B47F6-DD77-D74A-999A-DF86B4ABE0E9}"/>
              </a:ext>
            </a:extLst>
          </p:cNvPr>
          <p:cNvCxnSpPr>
            <a:cxnSpLocks/>
          </p:cNvCxnSpPr>
          <p:nvPr/>
        </p:nvCxnSpPr>
        <p:spPr>
          <a:xfrm flipV="1">
            <a:off x="6303475" y="295709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6FBA238-3586-C24E-AD20-A3CFA933ADAA}"/>
              </a:ext>
            </a:extLst>
          </p:cNvPr>
          <p:cNvCxnSpPr>
            <a:cxnSpLocks/>
          </p:cNvCxnSpPr>
          <p:nvPr/>
        </p:nvCxnSpPr>
        <p:spPr>
          <a:xfrm flipV="1">
            <a:off x="6825329" y="309102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433DBAE-9627-8C41-B2CD-246A22CFDD5C}"/>
              </a:ext>
            </a:extLst>
          </p:cNvPr>
          <p:cNvCxnSpPr>
            <a:cxnSpLocks/>
          </p:cNvCxnSpPr>
          <p:nvPr/>
        </p:nvCxnSpPr>
        <p:spPr>
          <a:xfrm flipV="1">
            <a:off x="7264057" y="318946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E0C0DC6-F48E-1841-855F-33926C4F76DB}"/>
              </a:ext>
            </a:extLst>
          </p:cNvPr>
          <p:cNvCxnSpPr>
            <a:cxnSpLocks/>
          </p:cNvCxnSpPr>
          <p:nvPr/>
        </p:nvCxnSpPr>
        <p:spPr>
          <a:xfrm flipV="1">
            <a:off x="7564239" y="327721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592D301-DE29-0743-9B56-2812DB245856}"/>
              </a:ext>
            </a:extLst>
          </p:cNvPr>
          <p:cNvCxnSpPr>
            <a:cxnSpLocks/>
          </p:cNvCxnSpPr>
          <p:nvPr/>
        </p:nvCxnSpPr>
        <p:spPr>
          <a:xfrm flipV="1">
            <a:off x="7809002" y="33450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E2CEF0C-CA2F-5648-B2DE-F1793EC5C369}"/>
              </a:ext>
            </a:extLst>
          </p:cNvPr>
          <p:cNvCxnSpPr>
            <a:cxnSpLocks/>
          </p:cNvCxnSpPr>
          <p:nvPr/>
        </p:nvCxnSpPr>
        <p:spPr>
          <a:xfrm flipV="1">
            <a:off x="8007584" y="341429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4A78B8E-50F5-2F48-BE19-F497C7337856}"/>
              </a:ext>
            </a:extLst>
          </p:cNvPr>
          <p:cNvCxnSpPr>
            <a:cxnSpLocks/>
          </p:cNvCxnSpPr>
          <p:nvPr/>
        </p:nvCxnSpPr>
        <p:spPr>
          <a:xfrm flipV="1">
            <a:off x="8150748" y="349426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9674832-F901-CD41-8628-E9F8CB113DAC}"/>
              </a:ext>
            </a:extLst>
          </p:cNvPr>
          <p:cNvCxnSpPr>
            <a:cxnSpLocks/>
          </p:cNvCxnSpPr>
          <p:nvPr/>
        </p:nvCxnSpPr>
        <p:spPr>
          <a:xfrm flipV="1">
            <a:off x="8266202" y="354822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C47ED6B-E514-8D4F-AAE2-4BDBCB19470D}"/>
              </a:ext>
            </a:extLst>
          </p:cNvPr>
          <p:cNvCxnSpPr>
            <a:cxnSpLocks/>
          </p:cNvCxnSpPr>
          <p:nvPr/>
        </p:nvCxnSpPr>
        <p:spPr>
          <a:xfrm flipV="1">
            <a:off x="8409366" y="364497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9DE6A83-1BBE-804D-87B2-2BE634FDEDE3}"/>
              </a:ext>
            </a:extLst>
          </p:cNvPr>
          <p:cNvCxnSpPr>
            <a:cxnSpLocks/>
          </p:cNvCxnSpPr>
          <p:nvPr/>
        </p:nvCxnSpPr>
        <p:spPr>
          <a:xfrm flipV="1">
            <a:off x="8598712" y="364666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AAC4CCC-F5EE-294F-B473-D93C9EE194FC}"/>
              </a:ext>
            </a:extLst>
          </p:cNvPr>
          <p:cNvCxnSpPr>
            <a:cxnSpLocks/>
          </p:cNvCxnSpPr>
          <p:nvPr/>
        </p:nvCxnSpPr>
        <p:spPr>
          <a:xfrm flipV="1">
            <a:off x="8737257" y="372517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9DC8809-9976-B749-81AF-7B609F08D389}"/>
              </a:ext>
            </a:extLst>
          </p:cNvPr>
          <p:cNvCxnSpPr>
            <a:cxnSpLocks/>
          </p:cNvCxnSpPr>
          <p:nvPr/>
        </p:nvCxnSpPr>
        <p:spPr>
          <a:xfrm flipV="1">
            <a:off x="8871184" y="378983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DECB6C7-D02F-8141-B48B-8840BAB80300}"/>
              </a:ext>
            </a:extLst>
          </p:cNvPr>
          <p:cNvCxnSpPr>
            <a:cxnSpLocks/>
          </p:cNvCxnSpPr>
          <p:nvPr/>
        </p:nvCxnSpPr>
        <p:spPr>
          <a:xfrm flipV="1">
            <a:off x="8995875" y="383601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C7D7390-A493-364C-A1CA-34E5AEEB40F8}"/>
              </a:ext>
            </a:extLst>
          </p:cNvPr>
          <p:cNvCxnSpPr>
            <a:cxnSpLocks/>
          </p:cNvCxnSpPr>
          <p:nvPr/>
        </p:nvCxnSpPr>
        <p:spPr>
          <a:xfrm flipV="1">
            <a:off x="9148275" y="387442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9FA6B63-EBA8-8A4F-96F0-A0B845461830}"/>
              </a:ext>
            </a:extLst>
          </p:cNvPr>
          <p:cNvCxnSpPr>
            <a:cxnSpLocks/>
          </p:cNvCxnSpPr>
          <p:nvPr/>
        </p:nvCxnSpPr>
        <p:spPr>
          <a:xfrm flipV="1">
            <a:off x="9272966" y="391598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C0D171D-1379-764A-A654-AA1A967ECBBE}"/>
              </a:ext>
            </a:extLst>
          </p:cNvPr>
          <p:cNvCxnSpPr>
            <a:cxnSpLocks/>
          </p:cNvCxnSpPr>
          <p:nvPr/>
        </p:nvCxnSpPr>
        <p:spPr>
          <a:xfrm flipV="1">
            <a:off x="9434603" y="392375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C9505AF-8884-154B-AAC3-E06E80342BBF}"/>
              </a:ext>
            </a:extLst>
          </p:cNvPr>
          <p:cNvCxnSpPr>
            <a:cxnSpLocks/>
          </p:cNvCxnSpPr>
          <p:nvPr/>
        </p:nvCxnSpPr>
        <p:spPr>
          <a:xfrm flipV="1">
            <a:off x="9531584" y="395146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9E6CD2C-F90A-4444-BDD9-A99363F8CBAB}"/>
              </a:ext>
            </a:extLst>
          </p:cNvPr>
          <p:cNvCxnSpPr>
            <a:cxnSpLocks/>
          </p:cNvCxnSpPr>
          <p:nvPr/>
        </p:nvCxnSpPr>
        <p:spPr>
          <a:xfrm flipV="1">
            <a:off x="9637803" y="400542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28E4B5B-D51B-F940-B186-8ED654F191B1}"/>
              </a:ext>
            </a:extLst>
          </p:cNvPr>
          <p:cNvCxnSpPr>
            <a:cxnSpLocks/>
          </p:cNvCxnSpPr>
          <p:nvPr/>
        </p:nvCxnSpPr>
        <p:spPr>
          <a:xfrm flipV="1">
            <a:off x="9707075" y="404529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784D211-FBB1-1F4E-9BAE-B9D3838AEC0A}"/>
              </a:ext>
            </a:extLst>
          </p:cNvPr>
          <p:cNvCxnSpPr>
            <a:cxnSpLocks/>
          </p:cNvCxnSpPr>
          <p:nvPr/>
        </p:nvCxnSpPr>
        <p:spPr>
          <a:xfrm flipV="1">
            <a:off x="9785585" y="404529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8E92ED3-6058-1A4B-A788-97F74DEBD941}"/>
              </a:ext>
            </a:extLst>
          </p:cNvPr>
          <p:cNvCxnSpPr>
            <a:cxnSpLocks/>
          </p:cNvCxnSpPr>
          <p:nvPr/>
        </p:nvCxnSpPr>
        <p:spPr>
          <a:xfrm flipH="1">
            <a:off x="10297859" y="3957549"/>
            <a:ext cx="87745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ACF8602-66BE-CF43-9471-5A475D6EFEAD}"/>
              </a:ext>
            </a:extLst>
          </p:cNvPr>
          <p:cNvCxnSpPr>
            <a:cxnSpLocks/>
          </p:cNvCxnSpPr>
          <p:nvPr/>
        </p:nvCxnSpPr>
        <p:spPr>
          <a:xfrm flipH="1">
            <a:off x="10205838" y="3836013"/>
            <a:ext cx="1057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E72741F-1C04-9743-AFF7-80889DB799EB}"/>
              </a:ext>
            </a:extLst>
          </p:cNvPr>
          <p:cNvCxnSpPr>
            <a:cxnSpLocks/>
          </p:cNvCxnSpPr>
          <p:nvPr/>
        </p:nvCxnSpPr>
        <p:spPr>
          <a:xfrm flipH="1">
            <a:off x="10159657" y="3722020"/>
            <a:ext cx="715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AC10174-6FD8-CC44-93F5-B74410E4D98A}"/>
              </a:ext>
            </a:extLst>
          </p:cNvPr>
          <p:cNvCxnSpPr>
            <a:cxnSpLocks/>
          </p:cNvCxnSpPr>
          <p:nvPr/>
        </p:nvCxnSpPr>
        <p:spPr>
          <a:xfrm flipH="1" flipV="1">
            <a:off x="10090383" y="3610240"/>
            <a:ext cx="619180" cy="7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C1E87C-D91F-E440-BF8A-11CB488584E3}"/>
              </a:ext>
            </a:extLst>
          </p:cNvPr>
          <p:cNvCxnSpPr>
            <a:cxnSpLocks/>
          </p:cNvCxnSpPr>
          <p:nvPr/>
        </p:nvCxnSpPr>
        <p:spPr>
          <a:xfrm flipH="1">
            <a:off x="9993745" y="3517359"/>
            <a:ext cx="8124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1FF7A24-07D6-AE4B-96BB-EB896127E1F5}"/>
              </a:ext>
            </a:extLst>
          </p:cNvPr>
          <p:cNvCxnSpPr>
            <a:cxnSpLocks/>
          </p:cNvCxnSpPr>
          <p:nvPr/>
        </p:nvCxnSpPr>
        <p:spPr>
          <a:xfrm flipV="1">
            <a:off x="9877948" y="400542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5963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858A75-B77D-794A-B958-7AD57EA1D9FD}"/>
              </a:ext>
            </a:extLst>
          </p:cNvPr>
          <p:cNvPicPr>
            <a:picLocks noChangeAspect="1"/>
          </p:cNvPicPr>
          <p:nvPr/>
        </p:nvPicPr>
        <p:blipFill>
          <a:blip r:embed="rId3"/>
          <a:stretch>
            <a:fillRect/>
          </a:stretch>
        </p:blipFill>
        <p:spPr>
          <a:xfrm>
            <a:off x="0" y="1715048"/>
            <a:ext cx="12192000" cy="3427904"/>
          </a:xfrm>
          <a:prstGeom prst="rect">
            <a:avLst/>
          </a:prstGeom>
        </p:spPr>
      </p:pic>
      <p:sp>
        <p:nvSpPr>
          <p:cNvPr id="4" name="TextBox 3">
            <a:extLst>
              <a:ext uri="{FF2B5EF4-FFF2-40B4-BE49-F238E27FC236}">
                <a16:creationId xmlns:a16="http://schemas.microsoft.com/office/drawing/2014/main" id="{D1BDB7F3-DB6C-3448-8AEB-736CF96F0329}"/>
              </a:ext>
            </a:extLst>
          </p:cNvPr>
          <p:cNvSpPr txBox="1"/>
          <p:nvPr/>
        </p:nvSpPr>
        <p:spPr>
          <a:xfrm>
            <a:off x="430306" y="6060141"/>
            <a:ext cx="735106" cy="584775"/>
          </a:xfrm>
          <a:prstGeom prst="rect">
            <a:avLst/>
          </a:prstGeom>
          <a:noFill/>
        </p:spPr>
        <p:txBody>
          <a:bodyPr wrap="square" rtlCol="0">
            <a:spAutoFit/>
          </a:bodyPr>
          <a:lstStyle/>
          <a:p>
            <a:r>
              <a:rPr lang="en-US" sz="3200" b="1" dirty="0"/>
              <a:t>13</a:t>
            </a:r>
          </a:p>
        </p:txBody>
      </p:sp>
      <p:cxnSp>
        <p:nvCxnSpPr>
          <p:cNvPr id="5" name="Straight Arrow Connector 4">
            <a:extLst>
              <a:ext uri="{FF2B5EF4-FFF2-40B4-BE49-F238E27FC236}">
                <a16:creationId xmlns:a16="http://schemas.microsoft.com/office/drawing/2014/main" id="{E598DE7C-9302-3C47-BE34-67369C4C543F}"/>
              </a:ext>
            </a:extLst>
          </p:cNvPr>
          <p:cNvCxnSpPr>
            <a:cxnSpLocks/>
          </p:cNvCxnSpPr>
          <p:nvPr/>
        </p:nvCxnSpPr>
        <p:spPr>
          <a:xfrm flipV="1">
            <a:off x="783732" y="447934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9A7F7AB-5769-6149-B0E8-6BAA54335DA3}"/>
              </a:ext>
            </a:extLst>
          </p:cNvPr>
          <p:cNvCxnSpPr>
            <a:cxnSpLocks/>
          </p:cNvCxnSpPr>
          <p:nvPr/>
        </p:nvCxnSpPr>
        <p:spPr>
          <a:xfrm flipV="1">
            <a:off x="1649364" y="345216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7FA46B2-A682-994D-B3FB-A6D48D5182DE}"/>
              </a:ext>
            </a:extLst>
          </p:cNvPr>
          <p:cNvCxnSpPr>
            <a:cxnSpLocks/>
          </p:cNvCxnSpPr>
          <p:nvPr/>
        </p:nvCxnSpPr>
        <p:spPr>
          <a:xfrm flipV="1">
            <a:off x="2798460" y="286390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9605AFF-4376-724E-8BBB-883490B16FD0}"/>
              </a:ext>
            </a:extLst>
          </p:cNvPr>
          <p:cNvCxnSpPr>
            <a:cxnSpLocks/>
          </p:cNvCxnSpPr>
          <p:nvPr/>
        </p:nvCxnSpPr>
        <p:spPr>
          <a:xfrm flipV="1">
            <a:off x="4075572" y="276941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D786302-13A4-6B4D-8616-22EB88BB613B}"/>
              </a:ext>
            </a:extLst>
          </p:cNvPr>
          <p:cNvCxnSpPr>
            <a:cxnSpLocks/>
          </p:cNvCxnSpPr>
          <p:nvPr/>
        </p:nvCxnSpPr>
        <p:spPr>
          <a:xfrm flipV="1">
            <a:off x="5215524" y="276941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9748DE8-99AB-414A-B34A-5E4E48216560}"/>
              </a:ext>
            </a:extLst>
          </p:cNvPr>
          <p:cNvCxnSpPr>
            <a:cxnSpLocks/>
          </p:cNvCxnSpPr>
          <p:nvPr/>
        </p:nvCxnSpPr>
        <p:spPr>
          <a:xfrm flipV="1">
            <a:off x="6154308" y="299496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22DA49E-021E-F14E-9D7F-27C946DD15E1}"/>
              </a:ext>
            </a:extLst>
          </p:cNvPr>
          <p:cNvCxnSpPr>
            <a:cxnSpLocks/>
          </p:cNvCxnSpPr>
          <p:nvPr/>
        </p:nvCxnSpPr>
        <p:spPr>
          <a:xfrm flipV="1">
            <a:off x="7083948" y="332110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702E42D-B47E-2243-9784-E6EE14815AD8}"/>
              </a:ext>
            </a:extLst>
          </p:cNvPr>
          <p:cNvCxnSpPr>
            <a:cxnSpLocks/>
          </p:cNvCxnSpPr>
          <p:nvPr/>
        </p:nvCxnSpPr>
        <p:spPr>
          <a:xfrm flipV="1">
            <a:off x="7629540" y="356494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4200CAB-4E12-F54A-A337-463C829D19E5}"/>
              </a:ext>
            </a:extLst>
          </p:cNvPr>
          <p:cNvCxnSpPr>
            <a:cxnSpLocks/>
          </p:cNvCxnSpPr>
          <p:nvPr/>
        </p:nvCxnSpPr>
        <p:spPr>
          <a:xfrm flipV="1">
            <a:off x="8248284" y="390936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2344C0A-9CA2-5443-9526-8E0AD7FCD74D}"/>
              </a:ext>
            </a:extLst>
          </p:cNvPr>
          <p:cNvCxnSpPr>
            <a:cxnSpLocks/>
          </p:cNvCxnSpPr>
          <p:nvPr/>
        </p:nvCxnSpPr>
        <p:spPr>
          <a:xfrm flipV="1">
            <a:off x="8656716" y="402214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0C6D84D-FD17-E442-8547-AE201C8B9F96}"/>
              </a:ext>
            </a:extLst>
          </p:cNvPr>
          <p:cNvCxnSpPr>
            <a:cxnSpLocks/>
          </p:cNvCxnSpPr>
          <p:nvPr/>
        </p:nvCxnSpPr>
        <p:spPr>
          <a:xfrm flipV="1">
            <a:off x="9001140" y="402214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536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D1311B-6810-F64D-80CB-9402A195EBD1}"/>
              </a:ext>
            </a:extLst>
          </p:cNvPr>
          <p:cNvPicPr>
            <a:picLocks noChangeAspect="1"/>
          </p:cNvPicPr>
          <p:nvPr/>
        </p:nvPicPr>
        <p:blipFill>
          <a:blip r:embed="rId3"/>
          <a:stretch>
            <a:fillRect/>
          </a:stretch>
        </p:blipFill>
        <p:spPr>
          <a:xfrm>
            <a:off x="0" y="1682253"/>
            <a:ext cx="12192000" cy="3493494"/>
          </a:xfrm>
          <a:prstGeom prst="rect">
            <a:avLst/>
          </a:prstGeom>
        </p:spPr>
      </p:pic>
      <p:sp>
        <p:nvSpPr>
          <p:cNvPr id="4" name="TextBox 3">
            <a:extLst>
              <a:ext uri="{FF2B5EF4-FFF2-40B4-BE49-F238E27FC236}">
                <a16:creationId xmlns:a16="http://schemas.microsoft.com/office/drawing/2014/main" id="{5C50125C-B816-8045-A92B-A86676CDF5DA}"/>
              </a:ext>
            </a:extLst>
          </p:cNvPr>
          <p:cNvSpPr txBox="1"/>
          <p:nvPr/>
        </p:nvSpPr>
        <p:spPr>
          <a:xfrm>
            <a:off x="430306" y="6060141"/>
            <a:ext cx="735106" cy="584775"/>
          </a:xfrm>
          <a:prstGeom prst="rect">
            <a:avLst/>
          </a:prstGeom>
          <a:noFill/>
        </p:spPr>
        <p:txBody>
          <a:bodyPr wrap="square" rtlCol="0">
            <a:spAutoFit/>
          </a:bodyPr>
          <a:lstStyle/>
          <a:p>
            <a:r>
              <a:rPr lang="en-US" sz="3200" b="1" dirty="0"/>
              <a:t>14</a:t>
            </a:r>
          </a:p>
        </p:txBody>
      </p:sp>
      <p:cxnSp>
        <p:nvCxnSpPr>
          <p:cNvPr id="5" name="Straight Arrow Connector 4">
            <a:extLst>
              <a:ext uri="{FF2B5EF4-FFF2-40B4-BE49-F238E27FC236}">
                <a16:creationId xmlns:a16="http://schemas.microsoft.com/office/drawing/2014/main" id="{4A9A3B84-7161-EC44-BD86-BE4EC2CF5C42}"/>
              </a:ext>
            </a:extLst>
          </p:cNvPr>
          <p:cNvCxnSpPr>
            <a:cxnSpLocks/>
          </p:cNvCxnSpPr>
          <p:nvPr/>
        </p:nvCxnSpPr>
        <p:spPr>
          <a:xfrm flipV="1">
            <a:off x="966612" y="404347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DFBDCC9-A9CC-0147-8CE7-1F3172542CE1}"/>
              </a:ext>
            </a:extLst>
          </p:cNvPr>
          <p:cNvCxnSpPr>
            <a:cxnSpLocks/>
          </p:cNvCxnSpPr>
          <p:nvPr/>
        </p:nvCxnSpPr>
        <p:spPr>
          <a:xfrm flipV="1">
            <a:off x="2408316" y="306202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8B184E5-F17A-2947-AC8B-4CB8B276E361}"/>
              </a:ext>
            </a:extLst>
          </p:cNvPr>
          <p:cNvCxnSpPr>
            <a:cxnSpLocks/>
          </p:cNvCxnSpPr>
          <p:nvPr/>
        </p:nvCxnSpPr>
        <p:spPr>
          <a:xfrm flipV="1">
            <a:off x="4453524" y="26005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70D3EA1-4FF1-FF49-9031-74D6693D0188}"/>
              </a:ext>
            </a:extLst>
          </p:cNvPr>
          <p:cNvCxnSpPr>
            <a:cxnSpLocks/>
          </p:cNvCxnSpPr>
          <p:nvPr/>
        </p:nvCxnSpPr>
        <p:spPr>
          <a:xfrm flipV="1">
            <a:off x="9049908" y="377830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B24C430-8294-9946-B372-AA1EB8BB4566}"/>
              </a:ext>
            </a:extLst>
          </p:cNvPr>
          <p:cNvCxnSpPr>
            <a:cxnSpLocks/>
          </p:cNvCxnSpPr>
          <p:nvPr/>
        </p:nvCxnSpPr>
        <p:spPr>
          <a:xfrm flipV="1">
            <a:off x="6571884" y="298460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99ED5EC-4AB3-A049-BC39-0230979B5E94}"/>
              </a:ext>
            </a:extLst>
          </p:cNvPr>
          <p:cNvCxnSpPr>
            <a:cxnSpLocks/>
          </p:cNvCxnSpPr>
          <p:nvPr/>
        </p:nvCxnSpPr>
        <p:spPr>
          <a:xfrm flipV="1">
            <a:off x="7236348" y="298460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34338E4-CE68-5F46-99AA-CCCC6758434C}"/>
              </a:ext>
            </a:extLst>
          </p:cNvPr>
          <p:cNvCxnSpPr>
            <a:cxnSpLocks/>
          </p:cNvCxnSpPr>
          <p:nvPr/>
        </p:nvCxnSpPr>
        <p:spPr>
          <a:xfrm flipV="1">
            <a:off x="7772796" y="317236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EEEA241-1EF9-8D47-91F6-27732E116F32}"/>
              </a:ext>
            </a:extLst>
          </p:cNvPr>
          <p:cNvCxnSpPr>
            <a:cxnSpLocks/>
          </p:cNvCxnSpPr>
          <p:nvPr/>
        </p:nvCxnSpPr>
        <p:spPr>
          <a:xfrm flipV="1">
            <a:off x="8391540" y="344180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6185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8AEEEE-4E78-1E43-9D70-8D4C5C56B218}"/>
              </a:ext>
            </a:extLst>
          </p:cNvPr>
          <p:cNvPicPr>
            <a:picLocks noChangeAspect="1"/>
          </p:cNvPicPr>
          <p:nvPr/>
        </p:nvPicPr>
        <p:blipFill>
          <a:blip r:embed="rId3"/>
          <a:stretch>
            <a:fillRect/>
          </a:stretch>
        </p:blipFill>
        <p:spPr>
          <a:xfrm>
            <a:off x="0" y="1681841"/>
            <a:ext cx="12192000" cy="3494317"/>
          </a:xfrm>
          <a:prstGeom prst="rect">
            <a:avLst/>
          </a:prstGeom>
        </p:spPr>
      </p:pic>
      <p:sp>
        <p:nvSpPr>
          <p:cNvPr id="4" name="TextBox 3">
            <a:extLst>
              <a:ext uri="{FF2B5EF4-FFF2-40B4-BE49-F238E27FC236}">
                <a16:creationId xmlns:a16="http://schemas.microsoft.com/office/drawing/2014/main" id="{161EAD60-FF11-EC47-AD9C-976DFBCB4ECF}"/>
              </a:ext>
            </a:extLst>
          </p:cNvPr>
          <p:cNvSpPr txBox="1"/>
          <p:nvPr/>
        </p:nvSpPr>
        <p:spPr>
          <a:xfrm>
            <a:off x="430306" y="6060141"/>
            <a:ext cx="735106" cy="584775"/>
          </a:xfrm>
          <a:prstGeom prst="rect">
            <a:avLst/>
          </a:prstGeom>
          <a:noFill/>
        </p:spPr>
        <p:txBody>
          <a:bodyPr wrap="square" rtlCol="0">
            <a:spAutoFit/>
          </a:bodyPr>
          <a:lstStyle/>
          <a:p>
            <a:r>
              <a:rPr lang="en-US" sz="3200" b="1" dirty="0"/>
              <a:t>15</a:t>
            </a:r>
          </a:p>
        </p:txBody>
      </p:sp>
      <p:cxnSp>
        <p:nvCxnSpPr>
          <p:cNvPr id="5" name="Straight Arrow Connector 4">
            <a:extLst>
              <a:ext uri="{FF2B5EF4-FFF2-40B4-BE49-F238E27FC236}">
                <a16:creationId xmlns:a16="http://schemas.microsoft.com/office/drawing/2014/main" id="{CC4D90A9-748D-9441-90B2-6E7FEA50E446}"/>
              </a:ext>
            </a:extLst>
          </p:cNvPr>
          <p:cNvCxnSpPr>
            <a:cxnSpLocks/>
          </p:cNvCxnSpPr>
          <p:nvPr/>
        </p:nvCxnSpPr>
        <p:spPr>
          <a:xfrm flipV="1">
            <a:off x="1442100" y="46104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7A04AA7-7B56-FA48-8C60-A8CDCAB21C5E}"/>
              </a:ext>
            </a:extLst>
          </p:cNvPr>
          <p:cNvCxnSpPr>
            <a:cxnSpLocks/>
          </p:cNvCxnSpPr>
          <p:nvPr/>
        </p:nvCxnSpPr>
        <p:spPr>
          <a:xfrm flipV="1">
            <a:off x="1612788" y="452506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8F6B843-1963-7448-B826-CD3BA6096B13}"/>
              </a:ext>
            </a:extLst>
          </p:cNvPr>
          <p:cNvCxnSpPr>
            <a:cxnSpLocks/>
          </p:cNvCxnSpPr>
          <p:nvPr/>
        </p:nvCxnSpPr>
        <p:spPr>
          <a:xfrm flipV="1">
            <a:off x="1929780" y="434827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109FB29-F98A-384D-AEA0-87D1E2A6F28C}"/>
              </a:ext>
            </a:extLst>
          </p:cNvPr>
          <p:cNvCxnSpPr>
            <a:cxnSpLocks/>
          </p:cNvCxnSpPr>
          <p:nvPr/>
        </p:nvCxnSpPr>
        <p:spPr>
          <a:xfrm flipV="1">
            <a:off x="2182764" y="42617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0F7932B-1616-2246-A56F-888618CBAA95}"/>
              </a:ext>
            </a:extLst>
          </p:cNvPr>
          <p:cNvCxnSpPr>
            <a:cxnSpLocks/>
          </p:cNvCxnSpPr>
          <p:nvPr/>
        </p:nvCxnSpPr>
        <p:spPr>
          <a:xfrm flipV="1">
            <a:off x="2572908" y="406786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E5566DC-6534-324E-B310-C37AE26C3158}"/>
              </a:ext>
            </a:extLst>
          </p:cNvPr>
          <p:cNvCxnSpPr>
            <a:cxnSpLocks/>
          </p:cNvCxnSpPr>
          <p:nvPr/>
        </p:nvCxnSpPr>
        <p:spPr>
          <a:xfrm flipV="1">
            <a:off x="2908188" y="389107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A663EB1-FAB9-374E-817B-F32B90AC3613}"/>
              </a:ext>
            </a:extLst>
          </p:cNvPr>
          <p:cNvCxnSpPr>
            <a:cxnSpLocks/>
          </p:cNvCxnSpPr>
          <p:nvPr/>
        </p:nvCxnSpPr>
        <p:spPr>
          <a:xfrm flipV="1">
            <a:off x="3380628" y="36960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2AE90C3-13A6-2D4F-BBAC-B0972D2910F1}"/>
              </a:ext>
            </a:extLst>
          </p:cNvPr>
          <p:cNvCxnSpPr>
            <a:cxnSpLocks/>
          </p:cNvCxnSpPr>
          <p:nvPr/>
        </p:nvCxnSpPr>
        <p:spPr>
          <a:xfrm flipV="1">
            <a:off x="3789060" y="361066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9807114-FA1F-F044-B78D-E6CE852BC9CE}"/>
              </a:ext>
            </a:extLst>
          </p:cNvPr>
          <p:cNvCxnSpPr>
            <a:cxnSpLocks/>
          </p:cNvCxnSpPr>
          <p:nvPr/>
        </p:nvCxnSpPr>
        <p:spPr>
          <a:xfrm flipV="1">
            <a:off x="4380372" y="343387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08633BF-96C1-5847-856F-8425EA480E13}"/>
              </a:ext>
            </a:extLst>
          </p:cNvPr>
          <p:cNvCxnSpPr>
            <a:cxnSpLocks/>
          </p:cNvCxnSpPr>
          <p:nvPr/>
        </p:nvCxnSpPr>
        <p:spPr>
          <a:xfrm flipV="1">
            <a:off x="4898532" y="33473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C1662EC-BDA3-4C4D-AD0A-AF52DDCE7871}"/>
              </a:ext>
            </a:extLst>
          </p:cNvPr>
          <p:cNvCxnSpPr>
            <a:cxnSpLocks/>
          </p:cNvCxnSpPr>
          <p:nvPr/>
        </p:nvCxnSpPr>
        <p:spPr>
          <a:xfrm flipV="1">
            <a:off x="5709300" y="315346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8F40A98-C9C8-3F49-84D2-B268C5325E20}"/>
              </a:ext>
            </a:extLst>
          </p:cNvPr>
          <p:cNvCxnSpPr>
            <a:cxnSpLocks/>
          </p:cNvCxnSpPr>
          <p:nvPr/>
        </p:nvCxnSpPr>
        <p:spPr>
          <a:xfrm flipV="1">
            <a:off x="6894972" y="28901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0591D67-D9D6-F14E-8D0A-62102266326D}"/>
              </a:ext>
            </a:extLst>
          </p:cNvPr>
          <p:cNvCxnSpPr>
            <a:cxnSpLocks/>
          </p:cNvCxnSpPr>
          <p:nvPr/>
        </p:nvCxnSpPr>
        <p:spPr>
          <a:xfrm flipV="1">
            <a:off x="10320924" y="315346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DFA7360-1CB1-3C47-AA1F-E23FFDBDCABB}"/>
              </a:ext>
            </a:extLst>
          </p:cNvPr>
          <p:cNvSpPr/>
          <p:nvPr/>
        </p:nvSpPr>
        <p:spPr>
          <a:xfrm>
            <a:off x="11116056" y="4067863"/>
            <a:ext cx="914400" cy="9144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8354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A804B6-3D6F-2D48-9E76-6A5C2E465CCE}"/>
              </a:ext>
            </a:extLst>
          </p:cNvPr>
          <p:cNvPicPr>
            <a:picLocks noChangeAspect="1"/>
          </p:cNvPicPr>
          <p:nvPr/>
        </p:nvPicPr>
        <p:blipFill>
          <a:blip r:embed="rId3"/>
          <a:stretch>
            <a:fillRect/>
          </a:stretch>
        </p:blipFill>
        <p:spPr>
          <a:xfrm>
            <a:off x="0" y="1666425"/>
            <a:ext cx="12192000" cy="3525149"/>
          </a:xfrm>
          <a:prstGeom prst="rect">
            <a:avLst/>
          </a:prstGeom>
        </p:spPr>
      </p:pic>
      <p:sp>
        <p:nvSpPr>
          <p:cNvPr id="4" name="TextBox 3">
            <a:extLst>
              <a:ext uri="{FF2B5EF4-FFF2-40B4-BE49-F238E27FC236}">
                <a16:creationId xmlns:a16="http://schemas.microsoft.com/office/drawing/2014/main" id="{7C66D19A-8F4F-0D44-BCC5-3D7CBB1C9040}"/>
              </a:ext>
            </a:extLst>
          </p:cNvPr>
          <p:cNvSpPr txBox="1"/>
          <p:nvPr/>
        </p:nvSpPr>
        <p:spPr>
          <a:xfrm>
            <a:off x="430306" y="6060141"/>
            <a:ext cx="735106" cy="584775"/>
          </a:xfrm>
          <a:prstGeom prst="rect">
            <a:avLst/>
          </a:prstGeom>
          <a:noFill/>
        </p:spPr>
        <p:txBody>
          <a:bodyPr wrap="square" rtlCol="0">
            <a:spAutoFit/>
          </a:bodyPr>
          <a:lstStyle/>
          <a:p>
            <a:r>
              <a:rPr lang="en-US" sz="3200" b="1" dirty="0"/>
              <a:t>16</a:t>
            </a:r>
          </a:p>
        </p:txBody>
      </p:sp>
      <p:cxnSp>
        <p:nvCxnSpPr>
          <p:cNvPr id="5" name="Straight Arrow Connector 4">
            <a:extLst>
              <a:ext uri="{FF2B5EF4-FFF2-40B4-BE49-F238E27FC236}">
                <a16:creationId xmlns:a16="http://schemas.microsoft.com/office/drawing/2014/main" id="{7A79D708-67E2-B941-B4D8-C34320782F2D}"/>
              </a:ext>
            </a:extLst>
          </p:cNvPr>
          <p:cNvCxnSpPr>
            <a:cxnSpLocks/>
          </p:cNvCxnSpPr>
          <p:nvPr/>
        </p:nvCxnSpPr>
        <p:spPr>
          <a:xfrm flipV="1">
            <a:off x="7472855" y="3822131"/>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89E3D2BC-5B8D-9544-A5FB-072111973B12}"/>
              </a:ext>
            </a:extLst>
          </p:cNvPr>
          <p:cNvCxnSpPr>
            <a:cxnSpLocks/>
          </p:cNvCxnSpPr>
          <p:nvPr/>
        </p:nvCxnSpPr>
        <p:spPr>
          <a:xfrm flipV="1">
            <a:off x="5362124" y="3248965"/>
            <a:ext cx="604321" cy="858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7F06EFB-97E4-8E4D-B98B-FF3D84299603}"/>
              </a:ext>
            </a:extLst>
          </p:cNvPr>
          <p:cNvCxnSpPr>
            <a:cxnSpLocks/>
          </p:cNvCxnSpPr>
          <p:nvPr/>
        </p:nvCxnSpPr>
        <p:spPr>
          <a:xfrm flipV="1">
            <a:off x="4918841" y="3154724"/>
            <a:ext cx="525494" cy="786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AB086BA-442A-1844-88C4-E4601CE87E38}"/>
              </a:ext>
            </a:extLst>
          </p:cNvPr>
          <p:cNvCxnSpPr>
            <a:cxnSpLocks/>
          </p:cNvCxnSpPr>
          <p:nvPr/>
        </p:nvCxnSpPr>
        <p:spPr>
          <a:xfrm flipV="1">
            <a:off x="4766417" y="277236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F3D970A-C3B3-9D48-A377-53A729E4E897}"/>
              </a:ext>
            </a:extLst>
          </p:cNvPr>
          <p:cNvCxnSpPr>
            <a:cxnSpLocks/>
          </p:cNvCxnSpPr>
          <p:nvPr/>
        </p:nvCxnSpPr>
        <p:spPr>
          <a:xfrm flipV="1">
            <a:off x="3153079" y="279737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1D849BD-48C7-F945-8DA0-E0B4CDF300B7}"/>
              </a:ext>
            </a:extLst>
          </p:cNvPr>
          <p:cNvCxnSpPr>
            <a:cxnSpLocks/>
          </p:cNvCxnSpPr>
          <p:nvPr/>
        </p:nvCxnSpPr>
        <p:spPr>
          <a:xfrm flipH="1" flipV="1">
            <a:off x="1455658" y="3428999"/>
            <a:ext cx="541308" cy="828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CED6FCD-6FF2-0648-9723-4E99740B5C82}"/>
              </a:ext>
            </a:extLst>
          </p:cNvPr>
          <p:cNvCxnSpPr>
            <a:cxnSpLocks/>
          </p:cNvCxnSpPr>
          <p:nvPr/>
        </p:nvCxnSpPr>
        <p:spPr>
          <a:xfrm flipH="1">
            <a:off x="8087637" y="3822131"/>
            <a:ext cx="7409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02D0C7E-EEA5-3741-A2B2-6D788025D24D}"/>
              </a:ext>
            </a:extLst>
          </p:cNvPr>
          <p:cNvCxnSpPr>
            <a:cxnSpLocks/>
          </p:cNvCxnSpPr>
          <p:nvPr/>
        </p:nvCxnSpPr>
        <p:spPr>
          <a:xfrm flipH="1">
            <a:off x="7998348" y="3940843"/>
            <a:ext cx="7146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40FA2F4-9AB2-8841-A658-FD1ABBE7F557}"/>
              </a:ext>
            </a:extLst>
          </p:cNvPr>
          <p:cNvCxnSpPr>
            <a:cxnSpLocks/>
          </p:cNvCxnSpPr>
          <p:nvPr/>
        </p:nvCxnSpPr>
        <p:spPr>
          <a:xfrm flipH="1">
            <a:off x="8418737" y="3181000"/>
            <a:ext cx="7988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E350D98-2161-934A-8A14-1B94E7D20A7F}"/>
              </a:ext>
            </a:extLst>
          </p:cNvPr>
          <p:cNvCxnSpPr>
            <a:cxnSpLocks/>
          </p:cNvCxnSpPr>
          <p:nvPr/>
        </p:nvCxnSpPr>
        <p:spPr>
          <a:xfrm flipH="1">
            <a:off x="8418737" y="3322890"/>
            <a:ext cx="7988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9B3D609-D217-F542-91BD-377814BC00C1}"/>
              </a:ext>
            </a:extLst>
          </p:cNvPr>
          <p:cNvCxnSpPr>
            <a:cxnSpLocks/>
          </p:cNvCxnSpPr>
          <p:nvPr/>
        </p:nvCxnSpPr>
        <p:spPr>
          <a:xfrm flipH="1">
            <a:off x="8313634" y="3401717"/>
            <a:ext cx="7988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CFA218E-1C22-9C4A-860E-0451CB61C6DE}"/>
              </a:ext>
            </a:extLst>
          </p:cNvPr>
          <p:cNvCxnSpPr>
            <a:cxnSpLocks/>
          </p:cNvCxnSpPr>
          <p:nvPr/>
        </p:nvCxnSpPr>
        <p:spPr>
          <a:xfrm flipH="1">
            <a:off x="8303148" y="3501565"/>
            <a:ext cx="7988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B8C9381-348E-D84D-9B81-3D13291A320F}"/>
              </a:ext>
            </a:extLst>
          </p:cNvPr>
          <p:cNvCxnSpPr>
            <a:cxnSpLocks/>
          </p:cNvCxnSpPr>
          <p:nvPr/>
        </p:nvCxnSpPr>
        <p:spPr>
          <a:xfrm flipH="1">
            <a:off x="8208542" y="3611924"/>
            <a:ext cx="7988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1AC279F-1714-564F-BB17-9FA5FFD6D794}"/>
              </a:ext>
            </a:extLst>
          </p:cNvPr>
          <p:cNvCxnSpPr>
            <a:cxnSpLocks/>
          </p:cNvCxnSpPr>
          <p:nvPr/>
        </p:nvCxnSpPr>
        <p:spPr>
          <a:xfrm flipH="1">
            <a:off x="8150748" y="3711771"/>
            <a:ext cx="79881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A5D8A77-40AC-7742-886B-266B0D76F819}"/>
              </a:ext>
            </a:extLst>
          </p:cNvPr>
          <p:cNvCxnSpPr>
            <a:cxnSpLocks/>
          </p:cNvCxnSpPr>
          <p:nvPr/>
        </p:nvCxnSpPr>
        <p:spPr>
          <a:xfrm flipV="1">
            <a:off x="7391388" y="3793640"/>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A8FBD08-7D91-8444-BBDA-B5E3D0C03F7F}"/>
              </a:ext>
            </a:extLst>
          </p:cNvPr>
          <p:cNvCxnSpPr>
            <a:cxnSpLocks/>
          </p:cNvCxnSpPr>
          <p:nvPr/>
        </p:nvCxnSpPr>
        <p:spPr>
          <a:xfrm flipV="1">
            <a:off x="7309921" y="3757939"/>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4F9149D-CFF9-7D4F-BEED-702C2054880D}"/>
              </a:ext>
            </a:extLst>
          </p:cNvPr>
          <p:cNvCxnSpPr>
            <a:cxnSpLocks/>
          </p:cNvCxnSpPr>
          <p:nvPr/>
        </p:nvCxnSpPr>
        <p:spPr>
          <a:xfrm flipV="1">
            <a:off x="7206161" y="3731467"/>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D7CA6E8-73EE-0F46-B628-F73FFBC9952C}"/>
              </a:ext>
            </a:extLst>
          </p:cNvPr>
          <p:cNvCxnSpPr>
            <a:cxnSpLocks/>
          </p:cNvCxnSpPr>
          <p:nvPr/>
        </p:nvCxnSpPr>
        <p:spPr>
          <a:xfrm flipV="1">
            <a:off x="6991982" y="3725669"/>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0750C54-8BA4-9645-B9ED-CDD3E21F0C2C}"/>
              </a:ext>
            </a:extLst>
          </p:cNvPr>
          <p:cNvCxnSpPr>
            <a:cxnSpLocks/>
          </p:cNvCxnSpPr>
          <p:nvPr/>
        </p:nvCxnSpPr>
        <p:spPr>
          <a:xfrm flipV="1">
            <a:off x="6847418" y="3686275"/>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322EFE0-6296-4E48-B589-07151040D19E}"/>
              </a:ext>
            </a:extLst>
          </p:cNvPr>
          <p:cNvCxnSpPr>
            <a:cxnSpLocks/>
          </p:cNvCxnSpPr>
          <p:nvPr/>
        </p:nvCxnSpPr>
        <p:spPr>
          <a:xfrm flipV="1">
            <a:off x="6653049" y="3630539"/>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FF74324-0F2E-1747-89E5-92C53BBE20E0}"/>
              </a:ext>
            </a:extLst>
          </p:cNvPr>
          <p:cNvCxnSpPr>
            <a:cxnSpLocks/>
          </p:cNvCxnSpPr>
          <p:nvPr/>
        </p:nvCxnSpPr>
        <p:spPr>
          <a:xfrm flipV="1">
            <a:off x="6482217" y="3554927"/>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F195655-D65E-A941-A1F8-F7367DAB3DFE}"/>
              </a:ext>
            </a:extLst>
          </p:cNvPr>
          <p:cNvCxnSpPr>
            <a:cxnSpLocks/>
          </p:cNvCxnSpPr>
          <p:nvPr/>
        </p:nvCxnSpPr>
        <p:spPr>
          <a:xfrm flipV="1">
            <a:off x="6181318" y="3495891"/>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AC8343D-11C6-534F-87D8-8D1C417CC3F1}"/>
              </a:ext>
            </a:extLst>
          </p:cNvPr>
          <p:cNvCxnSpPr>
            <a:cxnSpLocks/>
          </p:cNvCxnSpPr>
          <p:nvPr/>
        </p:nvCxnSpPr>
        <p:spPr>
          <a:xfrm flipV="1">
            <a:off x="5923239" y="3406652"/>
            <a:ext cx="451921" cy="702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B4C59DB-0099-3C4D-90D3-75F659462777}"/>
              </a:ext>
            </a:extLst>
          </p:cNvPr>
          <p:cNvCxnSpPr>
            <a:cxnSpLocks/>
          </p:cNvCxnSpPr>
          <p:nvPr/>
        </p:nvCxnSpPr>
        <p:spPr>
          <a:xfrm flipH="1" flipV="1">
            <a:off x="359102" y="4388848"/>
            <a:ext cx="877514" cy="6310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34F32C3-05EE-D848-9604-4449A1BAAB39}"/>
              </a:ext>
            </a:extLst>
          </p:cNvPr>
          <p:cNvCxnSpPr>
            <a:cxnSpLocks/>
          </p:cNvCxnSpPr>
          <p:nvPr/>
        </p:nvCxnSpPr>
        <p:spPr>
          <a:xfrm flipH="1" flipV="1">
            <a:off x="919718" y="3725670"/>
            <a:ext cx="664046" cy="734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914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DF69F2-1F0D-B741-A47C-38FCE804C35E}"/>
              </a:ext>
            </a:extLst>
          </p:cNvPr>
          <p:cNvPicPr>
            <a:picLocks noChangeAspect="1"/>
          </p:cNvPicPr>
          <p:nvPr/>
        </p:nvPicPr>
        <p:blipFill>
          <a:blip r:embed="rId3"/>
          <a:stretch>
            <a:fillRect/>
          </a:stretch>
        </p:blipFill>
        <p:spPr>
          <a:xfrm>
            <a:off x="0" y="1680796"/>
            <a:ext cx="12192000" cy="3496408"/>
          </a:xfrm>
          <a:prstGeom prst="rect">
            <a:avLst/>
          </a:prstGeom>
        </p:spPr>
      </p:pic>
      <p:sp>
        <p:nvSpPr>
          <p:cNvPr id="4" name="TextBox 3">
            <a:extLst>
              <a:ext uri="{FF2B5EF4-FFF2-40B4-BE49-F238E27FC236}">
                <a16:creationId xmlns:a16="http://schemas.microsoft.com/office/drawing/2014/main" id="{B32ED1F6-5276-8148-AAC7-64D768253747}"/>
              </a:ext>
            </a:extLst>
          </p:cNvPr>
          <p:cNvSpPr txBox="1"/>
          <p:nvPr/>
        </p:nvSpPr>
        <p:spPr>
          <a:xfrm>
            <a:off x="430306" y="6060141"/>
            <a:ext cx="735106" cy="584775"/>
          </a:xfrm>
          <a:prstGeom prst="rect">
            <a:avLst/>
          </a:prstGeom>
          <a:noFill/>
        </p:spPr>
        <p:txBody>
          <a:bodyPr wrap="square" rtlCol="0">
            <a:spAutoFit/>
          </a:bodyPr>
          <a:lstStyle/>
          <a:p>
            <a:r>
              <a:rPr lang="en-US" sz="3200" b="1" dirty="0"/>
              <a:t>17</a:t>
            </a:r>
          </a:p>
        </p:txBody>
      </p:sp>
      <p:cxnSp>
        <p:nvCxnSpPr>
          <p:cNvPr id="5" name="Straight Arrow Connector 4">
            <a:extLst>
              <a:ext uri="{FF2B5EF4-FFF2-40B4-BE49-F238E27FC236}">
                <a16:creationId xmlns:a16="http://schemas.microsoft.com/office/drawing/2014/main" id="{DD58BA37-EC23-104C-9827-35BA1D172407}"/>
              </a:ext>
            </a:extLst>
          </p:cNvPr>
          <p:cNvCxnSpPr>
            <a:cxnSpLocks/>
          </p:cNvCxnSpPr>
          <p:nvPr/>
        </p:nvCxnSpPr>
        <p:spPr>
          <a:xfrm flipV="1">
            <a:off x="3187823" y="451868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FDE5FE0-19FD-AB4C-BB6E-1A0D042C4D9D}"/>
              </a:ext>
            </a:extLst>
          </p:cNvPr>
          <p:cNvCxnSpPr>
            <a:cxnSpLocks/>
          </p:cNvCxnSpPr>
          <p:nvPr/>
        </p:nvCxnSpPr>
        <p:spPr>
          <a:xfrm flipV="1">
            <a:off x="4515880" y="376872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DA5B7CA-32CC-F045-A353-3275BD8116C6}"/>
              </a:ext>
            </a:extLst>
          </p:cNvPr>
          <p:cNvCxnSpPr>
            <a:cxnSpLocks/>
          </p:cNvCxnSpPr>
          <p:nvPr/>
        </p:nvCxnSpPr>
        <p:spPr>
          <a:xfrm flipV="1">
            <a:off x="6375160" y="314712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5FBF924-1558-FA44-848A-1C7B2AAE7E34}"/>
              </a:ext>
            </a:extLst>
          </p:cNvPr>
          <p:cNvCxnSpPr>
            <a:cxnSpLocks/>
          </p:cNvCxnSpPr>
          <p:nvPr/>
        </p:nvCxnSpPr>
        <p:spPr>
          <a:xfrm flipV="1">
            <a:off x="8652451" y="285432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A85234C-3299-B94F-AFDB-61A4777061BA}"/>
              </a:ext>
            </a:extLst>
          </p:cNvPr>
          <p:cNvCxnSpPr>
            <a:cxnSpLocks/>
          </p:cNvCxnSpPr>
          <p:nvPr/>
        </p:nvCxnSpPr>
        <p:spPr>
          <a:xfrm flipV="1">
            <a:off x="9754085" y="339967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0642ADE-CC2E-9F4C-A41D-FB969779B36D}"/>
              </a:ext>
            </a:extLst>
          </p:cNvPr>
          <p:cNvCxnSpPr>
            <a:cxnSpLocks/>
          </p:cNvCxnSpPr>
          <p:nvPr/>
        </p:nvCxnSpPr>
        <p:spPr>
          <a:xfrm flipV="1">
            <a:off x="9910354" y="4125772"/>
            <a:ext cx="570897" cy="637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BAC033F-4F7B-CC48-87EA-39C9B2C6C301}"/>
              </a:ext>
            </a:extLst>
          </p:cNvPr>
          <p:cNvCxnSpPr>
            <a:cxnSpLocks/>
          </p:cNvCxnSpPr>
          <p:nvPr/>
        </p:nvCxnSpPr>
        <p:spPr>
          <a:xfrm flipV="1">
            <a:off x="9910354" y="4636951"/>
            <a:ext cx="553965" cy="338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794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229BFC-6E4C-214F-816C-E0E03BFF9411}"/>
              </a:ext>
            </a:extLst>
          </p:cNvPr>
          <p:cNvPicPr>
            <a:picLocks noChangeAspect="1"/>
          </p:cNvPicPr>
          <p:nvPr/>
        </p:nvPicPr>
        <p:blipFill>
          <a:blip r:embed="rId3"/>
          <a:stretch>
            <a:fillRect/>
          </a:stretch>
        </p:blipFill>
        <p:spPr>
          <a:xfrm>
            <a:off x="0" y="899381"/>
            <a:ext cx="12192000" cy="5059237"/>
          </a:xfrm>
          <a:prstGeom prst="rect">
            <a:avLst/>
          </a:prstGeom>
        </p:spPr>
      </p:pic>
      <p:sp>
        <p:nvSpPr>
          <p:cNvPr id="4" name="TextBox 3">
            <a:extLst>
              <a:ext uri="{FF2B5EF4-FFF2-40B4-BE49-F238E27FC236}">
                <a16:creationId xmlns:a16="http://schemas.microsoft.com/office/drawing/2014/main" id="{39F96292-3497-274F-BD8A-FA53B0E45030}"/>
              </a:ext>
            </a:extLst>
          </p:cNvPr>
          <p:cNvSpPr txBox="1"/>
          <p:nvPr/>
        </p:nvSpPr>
        <p:spPr>
          <a:xfrm>
            <a:off x="430306" y="6060141"/>
            <a:ext cx="735106" cy="584775"/>
          </a:xfrm>
          <a:prstGeom prst="rect">
            <a:avLst/>
          </a:prstGeom>
          <a:noFill/>
        </p:spPr>
        <p:txBody>
          <a:bodyPr wrap="square" rtlCol="0">
            <a:spAutoFit/>
          </a:bodyPr>
          <a:lstStyle/>
          <a:p>
            <a:r>
              <a:rPr lang="en-US" sz="3200" b="1" dirty="0"/>
              <a:t>18</a:t>
            </a:r>
          </a:p>
        </p:txBody>
      </p:sp>
      <p:cxnSp>
        <p:nvCxnSpPr>
          <p:cNvPr id="8" name="Straight Arrow Connector 7">
            <a:extLst>
              <a:ext uri="{FF2B5EF4-FFF2-40B4-BE49-F238E27FC236}">
                <a16:creationId xmlns:a16="http://schemas.microsoft.com/office/drawing/2014/main" id="{0FF31F66-FDEA-2F42-A1FF-43A5F493A064}"/>
              </a:ext>
            </a:extLst>
          </p:cNvPr>
          <p:cNvCxnSpPr>
            <a:cxnSpLocks/>
          </p:cNvCxnSpPr>
          <p:nvPr/>
        </p:nvCxnSpPr>
        <p:spPr>
          <a:xfrm flipV="1">
            <a:off x="10198223" y="358921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E5C933A-FF36-1F4F-9CB1-071DD072087A}"/>
              </a:ext>
            </a:extLst>
          </p:cNvPr>
          <p:cNvCxnSpPr>
            <a:cxnSpLocks/>
          </p:cNvCxnSpPr>
          <p:nvPr/>
        </p:nvCxnSpPr>
        <p:spPr>
          <a:xfrm flipV="1">
            <a:off x="8452154" y="301982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918326B-BDD8-6C44-939B-8DC3367D5576}"/>
              </a:ext>
            </a:extLst>
          </p:cNvPr>
          <p:cNvCxnSpPr>
            <a:cxnSpLocks/>
          </p:cNvCxnSpPr>
          <p:nvPr/>
        </p:nvCxnSpPr>
        <p:spPr>
          <a:xfrm flipV="1">
            <a:off x="5112417" y="337790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37BB2F7-564D-4C48-B37A-EF74644D2412}"/>
              </a:ext>
            </a:extLst>
          </p:cNvPr>
          <p:cNvCxnSpPr>
            <a:cxnSpLocks/>
          </p:cNvCxnSpPr>
          <p:nvPr/>
        </p:nvCxnSpPr>
        <p:spPr>
          <a:xfrm flipV="1">
            <a:off x="3052840" y="429230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924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4B547E-A041-E943-AE78-DE2248635AFB}"/>
              </a:ext>
            </a:extLst>
          </p:cNvPr>
          <p:cNvPicPr>
            <a:picLocks noChangeAspect="1"/>
          </p:cNvPicPr>
          <p:nvPr/>
        </p:nvPicPr>
        <p:blipFill>
          <a:blip r:embed="rId3"/>
          <a:stretch>
            <a:fillRect/>
          </a:stretch>
        </p:blipFill>
        <p:spPr>
          <a:xfrm>
            <a:off x="0" y="897789"/>
            <a:ext cx="12192000" cy="5062422"/>
          </a:xfrm>
          <a:prstGeom prst="rect">
            <a:avLst/>
          </a:prstGeom>
        </p:spPr>
      </p:pic>
      <p:sp>
        <p:nvSpPr>
          <p:cNvPr id="4" name="TextBox 3">
            <a:extLst>
              <a:ext uri="{FF2B5EF4-FFF2-40B4-BE49-F238E27FC236}">
                <a16:creationId xmlns:a16="http://schemas.microsoft.com/office/drawing/2014/main" id="{FF15EE1C-3EEF-FE41-8C2A-262BFFEAB348}"/>
              </a:ext>
            </a:extLst>
          </p:cNvPr>
          <p:cNvSpPr txBox="1"/>
          <p:nvPr/>
        </p:nvSpPr>
        <p:spPr>
          <a:xfrm>
            <a:off x="430306" y="6060141"/>
            <a:ext cx="735106" cy="584775"/>
          </a:xfrm>
          <a:prstGeom prst="rect">
            <a:avLst/>
          </a:prstGeom>
          <a:noFill/>
        </p:spPr>
        <p:txBody>
          <a:bodyPr wrap="square" rtlCol="0">
            <a:spAutoFit/>
          </a:bodyPr>
          <a:lstStyle/>
          <a:p>
            <a:r>
              <a:rPr lang="en-US" sz="3200" b="1" dirty="0"/>
              <a:t>19</a:t>
            </a:r>
          </a:p>
        </p:txBody>
      </p:sp>
      <p:cxnSp>
        <p:nvCxnSpPr>
          <p:cNvPr id="8" name="Straight Arrow Connector 7">
            <a:extLst>
              <a:ext uri="{FF2B5EF4-FFF2-40B4-BE49-F238E27FC236}">
                <a16:creationId xmlns:a16="http://schemas.microsoft.com/office/drawing/2014/main" id="{C6B7293F-6391-194A-82FE-510BA274D234}"/>
              </a:ext>
            </a:extLst>
          </p:cNvPr>
          <p:cNvCxnSpPr>
            <a:cxnSpLocks/>
          </p:cNvCxnSpPr>
          <p:nvPr/>
        </p:nvCxnSpPr>
        <p:spPr>
          <a:xfrm flipV="1">
            <a:off x="10273392" y="344688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A19A74C-7784-1944-AF61-5791147725AB}"/>
              </a:ext>
            </a:extLst>
          </p:cNvPr>
          <p:cNvCxnSpPr>
            <a:cxnSpLocks/>
          </p:cNvCxnSpPr>
          <p:nvPr/>
        </p:nvCxnSpPr>
        <p:spPr>
          <a:xfrm flipV="1">
            <a:off x="7663341" y="267525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5AA442C-96D0-9F40-9E80-2A9B6C459281}"/>
              </a:ext>
            </a:extLst>
          </p:cNvPr>
          <p:cNvCxnSpPr>
            <a:cxnSpLocks/>
          </p:cNvCxnSpPr>
          <p:nvPr/>
        </p:nvCxnSpPr>
        <p:spPr>
          <a:xfrm flipV="1">
            <a:off x="4418024" y="24233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8D60AB8-15BC-084B-AF98-77017BCE292E}"/>
              </a:ext>
            </a:extLst>
          </p:cNvPr>
          <p:cNvCxnSpPr>
            <a:cxnSpLocks/>
          </p:cNvCxnSpPr>
          <p:nvPr/>
        </p:nvCxnSpPr>
        <p:spPr>
          <a:xfrm flipV="1">
            <a:off x="1037952" y="469335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3905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A4A31-1169-1242-A803-754F09C1649E}"/>
              </a:ext>
            </a:extLst>
          </p:cNvPr>
          <p:cNvPicPr>
            <a:picLocks noChangeAspect="1"/>
          </p:cNvPicPr>
          <p:nvPr/>
        </p:nvPicPr>
        <p:blipFill>
          <a:blip r:embed="rId3"/>
          <a:stretch>
            <a:fillRect/>
          </a:stretch>
        </p:blipFill>
        <p:spPr>
          <a:xfrm>
            <a:off x="0" y="906080"/>
            <a:ext cx="12192000" cy="5045840"/>
          </a:xfrm>
          <a:prstGeom prst="rect">
            <a:avLst/>
          </a:prstGeom>
        </p:spPr>
      </p:pic>
      <p:sp>
        <p:nvSpPr>
          <p:cNvPr id="4" name="TextBox 3">
            <a:extLst>
              <a:ext uri="{FF2B5EF4-FFF2-40B4-BE49-F238E27FC236}">
                <a16:creationId xmlns:a16="http://schemas.microsoft.com/office/drawing/2014/main" id="{C711ABBC-A191-114E-88C7-89D583F31F21}"/>
              </a:ext>
            </a:extLst>
          </p:cNvPr>
          <p:cNvSpPr txBox="1"/>
          <p:nvPr/>
        </p:nvSpPr>
        <p:spPr>
          <a:xfrm>
            <a:off x="430306" y="6060141"/>
            <a:ext cx="735106" cy="584775"/>
          </a:xfrm>
          <a:prstGeom prst="rect">
            <a:avLst/>
          </a:prstGeom>
          <a:noFill/>
        </p:spPr>
        <p:txBody>
          <a:bodyPr wrap="square" rtlCol="0">
            <a:spAutoFit/>
          </a:bodyPr>
          <a:lstStyle/>
          <a:p>
            <a:r>
              <a:rPr lang="en-US" sz="3200" b="1" dirty="0"/>
              <a:t>20</a:t>
            </a:r>
          </a:p>
        </p:txBody>
      </p:sp>
      <p:cxnSp>
        <p:nvCxnSpPr>
          <p:cNvPr id="6" name="Straight Arrow Connector 5">
            <a:extLst>
              <a:ext uri="{FF2B5EF4-FFF2-40B4-BE49-F238E27FC236}">
                <a16:creationId xmlns:a16="http://schemas.microsoft.com/office/drawing/2014/main" id="{94329DA0-4782-704F-BCDB-B11276964D86}"/>
              </a:ext>
            </a:extLst>
          </p:cNvPr>
          <p:cNvCxnSpPr>
            <a:cxnSpLocks/>
          </p:cNvCxnSpPr>
          <p:nvPr/>
        </p:nvCxnSpPr>
        <p:spPr>
          <a:xfrm flipV="1">
            <a:off x="3574208" y="268809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C608E52-53EF-794D-9432-666A6EDEC115}"/>
              </a:ext>
            </a:extLst>
          </p:cNvPr>
          <p:cNvCxnSpPr>
            <a:cxnSpLocks/>
          </p:cNvCxnSpPr>
          <p:nvPr/>
        </p:nvCxnSpPr>
        <p:spPr>
          <a:xfrm flipV="1">
            <a:off x="5199274" y="268809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712B813-4BA3-9E4B-A3A7-4692AD6634B5}"/>
              </a:ext>
            </a:extLst>
          </p:cNvPr>
          <p:cNvCxnSpPr>
            <a:cxnSpLocks/>
          </p:cNvCxnSpPr>
          <p:nvPr/>
        </p:nvCxnSpPr>
        <p:spPr>
          <a:xfrm flipV="1">
            <a:off x="7103472" y="314529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5FEDEDC-4223-AB4A-A334-9706C13EF49C}"/>
              </a:ext>
            </a:extLst>
          </p:cNvPr>
          <p:cNvCxnSpPr>
            <a:cxnSpLocks/>
          </p:cNvCxnSpPr>
          <p:nvPr/>
        </p:nvCxnSpPr>
        <p:spPr>
          <a:xfrm flipV="1">
            <a:off x="8203960" y="350303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3D18762-E233-2A45-8E36-8526D7520E9A}"/>
              </a:ext>
            </a:extLst>
          </p:cNvPr>
          <p:cNvCxnSpPr>
            <a:cxnSpLocks/>
          </p:cNvCxnSpPr>
          <p:nvPr/>
        </p:nvCxnSpPr>
        <p:spPr>
          <a:xfrm flipV="1">
            <a:off x="9102318" y="396023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030CAB6-0187-3843-9BFA-11DC42602A3C}"/>
              </a:ext>
            </a:extLst>
          </p:cNvPr>
          <p:cNvCxnSpPr>
            <a:cxnSpLocks/>
          </p:cNvCxnSpPr>
          <p:nvPr/>
        </p:nvCxnSpPr>
        <p:spPr>
          <a:xfrm flipV="1">
            <a:off x="805855" y="3960230"/>
            <a:ext cx="0" cy="91440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98EC4C2-2579-7C4E-B066-4A941B6C23C1}"/>
              </a:ext>
            </a:extLst>
          </p:cNvPr>
          <p:cNvCxnSpPr>
            <a:cxnSpLocks/>
          </p:cNvCxnSpPr>
          <p:nvPr/>
        </p:nvCxnSpPr>
        <p:spPr>
          <a:xfrm flipV="1">
            <a:off x="976011" y="3960230"/>
            <a:ext cx="0" cy="91440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9AB2320-BAB1-264B-93DE-F946ADEB182B}"/>
              </a:ext>
            </a:extLst>
          </p:cNvPr>
          <p:cNvCxnSpPr>
            <a:cxnSpLocks/>
          </p:cNvCxnSpPr>
          <p:nvPr/>
        </p:nvCxnSpPr>
        <p:spPr>
          <a:xfrm flipH="1" flipV="1">
            <a:off x="1331650" y="3231472"/>
            <a:ext cx="1491449" cy="932155"/>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D05D476-F742-CE4B-8F52-D4E31C6253E5}"/>
              </a:ext>
            </a:extLst>
          </p:cNvPr>
          <p:cNvSpPr txBox="1"/>
          <p:nvPr/>
        </p:nvSpPr>
        <p:spPr>
          <a:xfrm>
            <a:off x="2920753" y="4059691"/>
            <a:ext cx="1507207" cy="369332"/>
          </a:xfrm>
          <a:prstGeom prst="rect">
            <a:avLst/>
          </a:prstGeom>
          <a:noFill/>
        </p:spPr>
        <p:txBody>
          <a:bodyPr wrap="none" rtlCol="0">
            <a:spAutoFit/>
          </a:bodyPr>
          <a:lstStyle/>
          <a:p>
            <a:r>
              <a:rPr lang="en-US" dirty="0">
                <a:solidFill>
                  <a:srgbClr val="FFFF00"/>
                </a:solidFill>
              </a:rPr>
              <a:t>Convergence?</a:t>
            </a:r>
          </a:p>
        </p:txBody>
      </p:sp>
    </p:spTree>
    <p:extLst>
      <p:ext uri="{BB962C8B-B14F-4D97-AF65-F5344CB8AC3E}">
        <p14:creationId xmlns:p14="http://schemas.microsoft.com/office/powerpoint/2010/main" val="21272398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871BAE-C8C6-3748-8DB8-E2EFA0190F67}"/>
              </a:ext>
            </a:extLst>
          </p:cNvPr>
          <p:cNvPicPr>
            <a:picLocks noChangeAspect="1"/>
          </p:cNvPicPr>
          <p:nvPr/>
        </p:nvPicPr>
        <p:blipFill>
          <a:blip r:embed="rId3"/>
          <a:stretch>
            <a:fillRect/>
          </a:stretch>
        </p:blipFill>
        <p:spPr>
          <a:xfrm>
            <a:off x="0" y="1676511"/>
            <a:ext cx="12192000" cy="3504978"/>
          </a:xfrm>
          <a:prstGeom prst="rect">
            <a:avLst/>
          </a:prstGeom>
        </p:spPr>
      </p:pic>
      <p:sp>
        <p:nvSpPr>
          <p:cNvPr id="4" name="TextBox 3">
            <a:extLst>
              <a:ext uri="{FF2B5EF4-FFF2-40B4-BE49-F238E27FC236}">
                <a16:creationId xmlns:a16="http://schemas.microsoft.com/office/drawing/2014/main" id="{DC7F4485-B255-FC49-B8A7-43E198D06A96}"/>
              </a:ext>
            </a:extLst>
          </p:cNvPr>
          <p:cNvSpPr txBox="1"/>
          <p:nvPr/>
        </p:nvSpPr>
        <p:spPr>
          <a:xfrm>
            <a:off x="430306" y="6060141"/>
            <a:ext cx="735106" cy="584775"/>
          </a:xfrm>
          <a:prstGeom prst="rect">
            <a:avLst/>
          </a:prstGeom>
          <a:noFill/>
        </p:spPr>
        <p:txBody>
          <a:bodyPr wrap="square" rtlCol="0">
            <a:spAutoFit/>
          </a:bodyPr>
          <a:lstStyle/>
          <a:p>
            <a:r>
              <a:rPr lang="en-US" sz="3200" b="1" dirty="0"/>
              <a:t>21</a:t>
            </a:r>
          </a:p>
        </p:txBody>
      </p:sp>
      <p:cxnSp>
        <p:nvCxnSpPr>
          <p:cNvPr id="5" name="Straight Arrow Connector 4">
            <a:extLst>
              <a:ext uri="{FF2B5EF4-FFF2-40B4-BE49-F238E27FC236}">
                <a16:creationId xmlns:a16="http://schemas.microsoft.com/office/drawing/2014/main" id="{7622F154-4B39-2E44-8F27-E0D63835AF3B}"/>
              </a:ext>
            </a:extLst>
          </p:cNvPr>
          <p:cNvCxnSpPr>
            <a:cxnSpLocks/>
          </p:cNvCxnSpPr>
          <p:nvPr/>
        </p:nvCxnSpPr>
        <p:spPr>
          <a:xfrm flipV="1">
            <a:off x="3768317" y="380565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052CE19-743D-2D49-87C2-4B8B2F1FA399}"/>
              </a:ext>
            </a:extLst>
          </p:cNvPr>
          <p:cNvCxnSpPr>
            <a:cxnSpLocks/>
          </p:cNvCxnSpPr>
          <p:nvPr/>
        </p:nvCxnSpPr>
        <p:spPr>
          <a:xfrm flipV="1">
            <a:off x="3939968" y="368213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7611AD7-9F2B-5549-B5D2-74984B8D8E56}"/>
              </a:ext>
            </a:extLst>
          </p:cNvPr>
          <p:cNvCxnSpPr>
            <a:cxnSpLocks/>
          </p:cNvCxnSpPr>
          <p:nvPr/>
        </p:nvCxnSpPr>
        <p:spPr>
          <a:xfrm flipV="1">
            <a:off x="4140494" y="35720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A7E62BB-F2D6-CB46-AE70-2F1940E8D61C}"/>
              </a:ext>
            </a:extLst>
          </p:cNvPr>
          <p:cNvCxnSpPr>
            <a:cxnSpLocks/>
          </p:cNvCxnSpPr>
          <p:nvPr/>
        </p:nvCxnSpPr>
        <p:spPr>
          <a:xfrm flipV="1">
            <a:off x="4379522" y="34292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1DA536C-DD61-7546-B3F4-8A5FA03B8105}"/>
              </a:ext>
            </a:extLst>
          </p:cNvPr>
          <p:cNvCxnSpPr>
            <a:cxnSpLocks/>
          </p:cNvCxnSpPr>
          <p:nvPr/>
        </p:nvCxnSpPr>
        <p:spPr>
          <a:xfrm flipV="1">
            <a:off x="4743677" y="33057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FBF3890-B7D3-C94F-80EB-603B4272C720}"/>
              </a:ext>
            </a:extLst>
          </p:cNvPr>
          <p:cNvCxnSpPr>
            <a:cxnSpLocks/>
          </p:cNvCxnSpPr>
          <p:nvPr/>
        </p:nvCxnSpPr>
        <p:spPr>
          <a:xfrm flipV="1">
            <a:off x="5059707" y="318162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EF993F1-6C3B-2F4E-8345-8D54D4314BAF}"/>
              </a:ext>
            </a:extLst>
          </p:cNvPr>
          <p:cNvCxnSpPr>
            <a:cxnSpLocks/>
          </p:cNvCxnSpPr>
          <p:nvPr/>
        </p:nvCxnSpPr>
        <p:spPr>
          <a:xfrm flipV="1">
            <a:off x="5289109" y="31148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A6E8BA2-1988-6C41-81A5-F0B57CB33C2A}"/>
              </a:ext>
            </a:extLst>
          </p:cNvPr>
          <p:cNvCxnSpPr>
            <a:cxnSpLocks/>
          </p:cNvCxnSpPr>
          <p:nvPr/>
        </p:nvCxnSpPr>
        <p:spPr>
          <a:xfrm flipV="1">
            <a:off x="5691767" y="29720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2C714DF-9329-1242-B87C-4D1627B25868}"/>
              </a:ext>
            </a:extLst>
          </p:cNvPr>
          <p:cNvCxnSpPr>
            <a:cxnSpLocks/>
          </p:cNvCxnSpPr>
          <p:nvPr/>
        </p:nvCxnSpPr>
        <p:spPr>
          <a:xfrm flipV="1">
            <a:off x="6123299" y="28485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481ED2C-2303-E24E-A75F-304BDAAD52E2}"/>
              </a:ext>
            </a:extLst>
          </p:cNvPr>
          <p:cNvCxnSpPr>
            <a:cxnSpLocks/>
          </p:cNvCxnSpPr>
          <p:nvPr/>
        </p:nvCxnSpPr>
        <p:spPr>
          <a:xfrm flipV="1">
            <a:off x="6612584" y="276669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8ED2B5C-4394-8B47-BCBF-FB96462D27A8}"/>
              </a:ext>
            </a:extLst>
          </p:cNvPr>
          <p:cNvCxnSpPr>
            <a:cxnSpLocks/>
          </p:cNvCxnSpPr>
          <p:nvPr/>
        </p:nvCxnSpPr>
        <p:spPr>
          <a:xfrm flipV="1">
            <a:off x="7496503" y="25148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EC5F647-E6AE-9344-87F0-110BF432C28D}"/>
              </a:ext>
            </a:extLst>
          </p:cNvPr>
          <p:cNvCxnSpPr>
            <a:cxnSpLocks/>
          </p:cNvCxnSpPr>
          <p:nvPr/>
        </p:nvCxnSpPr>
        <p:spPr>
          <a:xfrm flipV="1">
            <a:off x="11412381" y="38447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5E73B1F-12E9-2A4F-A6E6-48C85AF11F8A}"/>
              </a:ext>
            </a:extLst>
          </p:cNvPr>
          <p:cNvCxnSpPr>
            <a:cxnSpLocks/>
          </p:cNvCxnSpPr>
          <p:nvPr/>
        </p:nvCxnSpPr>
        <p:spPr>
          <a:xfrm flipV="1">
            <a:off x="8734954" y="25148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3CB271B-7991-5C46-A96B-E5AF038F3190}"/>
              </a:ext>
            </a:extLst>
          </p:cNvPr>
          <p:cNvCxnSpPr>
            <a:cxnSpLocks/>
          </p:cNvCxnSpPr>
          <p:nvPr/>
        </p:nvCxnSpPr>
        <p:spPr>
          <a:xfrm flipV="1">
            <a:off x="9727960" y="26576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668F05C-2614-9C42-892C-0AC56557F33C}"/>
              </a:ext>
            </a:extLst>
          </p:cNvPr>
          <p:cNvCxnSpPr>
            <a:cxnSpLocks/>
          </p:cNvCxnSpPr>
          <p:nvPr/>
        </p:nvCxnSpPr>
        <p:spPr>
          <a:xfrm flipV="1">
            <a:off x="10839678" y="322389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EC317B5-C2DC-4348-A2FF-B31EBEBFB04A}"/>
              </a:ext>
            </a:extLst>
          </p:cNvPr>
          <p:cNvCxnSpPr>
            <a:cxnSpLocks/>
          </p:cNvCxnSpPr>
          <p:nvPr/>
        </p:nvCxnSpPr>
        <p:spPr>
          <a:xfrm flipV="1">
            <a:off x="2776916" y="43436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C84E979-B9E7-DD4A-B0B6-06F4282DEB53}"/>
              </a:ext>
            </a:extLst>
          </p:cNvPr>
          <p:cNvCxnSpPr>
            <a:cxnSpLocks/>
          </p:cNvCxnSpPr>
          <p:nvPr/>
        </p:nvCxnSpPr>
        <p:spPr>
          <a:xfrm flipV="1">
            <a:off x="2882821" y="43436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2DB141F-58D2-C34F-98D1-0D58DE372BD0}"/>
              </a:ext>
            </a:extLst>
          </p:cNvPr>
          <p:cNvCxnSpPr>
            <a:cxnSpLocks/>
          </p:cNvCxnSpPr>
          <p:nvPr/>
        </p:nvCxnSpPr>
        <p:spPr>
          <a:xfrm flipV="1">
            <a:off x="3129842" y="413829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979A6CA-7A57-704B-A767-81225C7EFAB2}"/>
              </a:ext>
            </a:extLst>
          </p:cNvPr>
          <p:cNvCxnSpPr>
            <a:cxnSpLocks/>
          </p:cNvCxnSpPr>
          <p:nvPr/>
        </p:nvCxnSpPr>
        <p:spPr>
          <a:xfrm flipV="1">
            <a:off x="2993485" y="43019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D067F55-535C-FA4C-8BE7-BBCD5F74753F}"/>
              </a:ext>
            </a:extLst>
          </p:cNvPr>
          <p:cNvCxnSpPr>
            <a:cxnSpLocks/>
          </p:cNvCxnSpPr>
          <p:nvPr/>
        </p:nvCxnSpPr>
        <p:spPr>
          <a:xfrm flipV="1">
            <a:off x="3309513" y="40292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E2ACA4E-5DFF-F840-924D-B3C4B5E5BB4A}"/>
              </a:ext>
            </a:extLst>
          </p:cNvPr>
          <p:cNvCxnSpPr>
            <a:cxnSpLocks/>
          </p:cNvCxnSpPr>
          <p:nvPr/>
        </p:nvCxnSpPr>
        <p:spPr>
          <a:xfrm flipV="1">
            <a:off x="3558166" y="38864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2A552F0-0BB2-8642-9EAF-8A7B8D8EC8DF}"/>
              </a:ext>
            </a:extLst>
          </p:cNvPr>
          <p:cNvCxnSpPr>
            <a:cxnSpLocks/>
          </p:cNvCxnSpPr>
          <p:nvPr/>
        </p:nvCxnSpPr>
        <p:spPr>
          <a:xfrm>
            <a:off x="1165412" y="4649474"/>
            <a:ext cx="9577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1DECCEE-FD1B-624A-80E4-1EDDE3EE3A23}"/>
              </a:ext>
            </a:extLst>
          </p:cNvPr>
          <p:cNvCxnSpPr>
            <a:cxnSpLocks/>
          </p:cNvCxnSpPr>
          <p:nvPr/>
        </p:nvCxnSpPr>
        <p:spPr>
          <a:xfrm flipV="1">
            <a:off x="2184962" y="464947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7F0BFBE-0227-AF40-87EC-6D813550A19E}"/>
              </a:ext>
            </a:extLst>
          </p:cNvPr>
          <p:cNvCxnSpPr>
            <a:cxnSpLocks/>
          </p:cNvCxnSpPr>
          <p:nvPr/>
        </p:nvCxnSpPr>
        <p:spPr>
          <a:xfrm flipV="1">
            <a:off x="2260360" y="459549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A3D987F-404F-4145-90E5-B02884189522}"/>
              </a:ext>
            </a:extLst>
          </p:cNvPr>
          <p:cNvCxnSpPr>
            <a:cxnSpLocks/>
          </p:cNvCxnSpPr>
          <p:nvPr/>
        </p:nvCxnSpPr>
        <p:spPr>
          <a:xfrm flipV="1">
            <a:off x="2335758" y="459549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10E709B-74AB-1540-93C0-AC0329126CC3}"/>
              </a:ext>
            </a:extLst>
          </p:cNvPr>
          <p:cNvCxnSpPr>
            <a:cxnSpLocks/>
          </p:cNvCxnSpPr>
          <p:nvPr/>
        </p:nvCxnSpPr>
        <p:spPr>
          <a:xfrm flipV="1">
            <a:off x="2420781" y="459549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A3EB75-0602-024B-8E90-7888EF04AF1A}"/>
              </a:ext>
            </a:extLst>
          </p:cNvPr>
          <p:cNvCxnSpPr>
            <a:cxnSpLocks/>
          </p:cNvCxnSpPr>
          <p:nvPr/>
        </p:nvCxnSpPr>
        <p:spPr>
          <a:xfrm flipV="1">
            <a:off x="2515430" y="459549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4283D35-20B9-7E42-AAA4-FE88256165A1}"/>
              </a:ext>
            </a:extLst>
          </p:cNvPr>
          <p:cNvCxnSpPr>
            <a:cxnSpLocks/>
          </p:cNvCxnSpPr>
          <p:nvPr/>
        </p:nvCxnSpPr>
        <p:spPr>
          <a:xfrm flipV="1">
            <a:off x="2619703" y="44864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40960E8B-EBFA-194A-8AEC-3EB8F56E83CB}"/>
              </a:ext>
            </a:extLst>
          </p:cNvPr>
          <p:cNvCxnSpPr>
            <a:cxnSpLocks/>
          </p:cNvCxnSpPr>
          <p:nvPr/>
        </p:nvCxnSpPr>
        <p:spPr>
          <a:xfrm flipV="1">
            <a:off x="2704726" y="448641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6422560-0B36-EC4A-BC49-C2CC0C073B27}"/>
              </a:ext>
            </a:extLst>
          </p:cNvPr>
          <p:cNvCxnSpPr>
            <a:cxnSpLocks/>
          </p:cNvCxnSpPr>
          <p:nvPr/>
        </p:nvCxnSpPr>
        <p:spPr>
          <a:xfrm>
            <a:off x="1109126" y="4486411"/>
            <a:ext cx="9577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52A863E-24DE-8B4F-9DC8-1E82400ECB6A}"/>
              </a:ext>
            </a:extLst>
          </p:cNvPr>
          <p:cNvCxnSpPr>
            <a:cxnSpLocks/>
          </p:cNvCxnSpPr>
          <p:nvPr/>
        </p:nvCxnSpPr>
        <p:spPr>
          <a:xfrm>
            <a:off x="1049165" y="4220111"/>
            <a:ext cx="9577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869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C3E8A0-195B-A34D-9085-FC12048BE991}"/>
              </a:ext>
            </a:extLst>
          </p:cNvPr>
          <p:cNvPicPr>
            <a:picLocks noChangeAspect="1"/>
          </p:cNvPicPr>
          <p:nvPr/>
        </p:nvPicPr>
        <p:blipFill>
          <a:blip r:embed="rId3"/>
          <a:stretch>
            <a:fillRect/>
          </a:stretch>
        </p:blipFill>
        <p:spPr>
          <a:xfrm>
            <a:off x="0" y="1673868"/>
            <a:ext cx="12192000" cy="3510263"/>
          </a:xfrm>
          <a:prstGeom prst="rect">
            <a:avLst/>
          </a:prstGeom>
        </p:spPr>
      </p:pic>
      <p:sp>
        <p:nvSpPr>
          <p:cNvPr id="4" name="TextBox 3">
            <a:extLst>
              <a:ext uri="{FF2B5EF4-FFF2-40B4-BE49-F238E27FC236}">
                <a16:creationId xmlns:a16="http://schemas.microsoft.com/office/drawing/2014/main" id="{C7A10DA7-9CD5-6E4E-A49F-17164D9CFFD6}"/>
              </a:ext>
            </a:extLst>
          </p:cNvPr>
          <p:cNvSpPr txBox="1"/>
          <p:nvPr/>
        </p:nvSpPr>
        <p:spPr>
          <a:xfrm>
            <a:off x="430306" y="6060141"/>
            <a:ext cx="735106" cy="584775"/>
          </a:xfrm>
          <a:prstGeom prst="rect">
            <a:avLst/>
          </a:prstGeom>
          <a:noFill/>
        </p:spPr>
        <p:txBody>
          <a:bodyPr wrap="square" rtlCol="0">
            <a:spAutoFit/>
          </a:bodyPr>
          <a:lstStyle/>
          <a:p>
            <a:r>
              <a:rPr lang="en-US" sz="3200" b="1" dirty="0"/>
              <a:t>22</a:t>
            </a:r>
          </a:p>
        </p:txBody>
      </p:sp>
      <p:cxnSp>
        <p:nvCxnSpPr>
          <p:cNvPr id="5" name="Straight Arrow Connector 4">
            <a:extLst>
              <a:ext uri="{FF2B5EF4-FFF2-40B4-BE49-F238E27FC236}">
                <a16:creationId xmlns:a16="http://schemas.microsoft.com/office/drawing/2014/main" id="{FD9F4F34-9C83-BB45-B290-96524C2CFD6F}"/>
              </a:ext>
            </a:extLst>
          </p:cNvPr>
          <p:cNvCxnSpPr>
            <a:cxnSpLocks/>
          </p:cNvCxnSpPr>
          <p:nvPr/>
        </p:nvCxnSpPr>
        <p:spPr>
          <a:xfrm>
            <a:off x="1860321" y="4738487"/>
            <a:ext cx="9577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AAAFBA9-64FD-6D44-B956-40D18716F489}"/>
              </a:ext>
            </a:extLst>
          </p:cNvPr>
          <p:cNvCxnSpPr>
            <a:cxnSpLocks/>
          </p:cNvCxnSpPr>
          <p:nvPr/>
        </p:nvCxnSpPr>
        <p:spPr>
          <a:xfrm>
            <a:off x="2090944" y="4889537"/>
            <a:ext cx="9577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5EB4145-883F-E64E-B12C-995FD1B01D58}"/>
              </a:ext>
            </a:extLst>
          </p:cNvPr>
          <p:cNvCxnSpPr>
            <a:cxnSpLocks/>
          </p:cNvCxnSpPr>
          <p:nvPr/>
        </p:nvCxnSpPr>
        <p:spPr>
          <a:xfrm flipV="1">
            <a:off x="3219624" y="4738487"/>
            <a:ext cx="0" cy="760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00D07E2-DE96-DB4B-9425-E3225CEFB73F}"/>
              </a:ext>
            </a:extLst>
          </p:cNvPr>
          <p:cNvCxnSpPr>
            <a:cxnSpLocks/>
          </p:cNvCxnSpPr>
          <p:nvPr/>
        </p:nvCxnSpPr>
        <p:spPr>
          <a:xfrm flipH="1" flipV="1">
            <a:off x="3308385" y="4711253"/>
            <a:ext cx="596683" cy="771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73BC0A6-EC99-2843-B0FE-2F9F4394EBF6}"/>
              </a:ext>
            </a:extLst>
          </p:cNvPr>
          <p:cNvCxnSpPr>
            <a:cxnSpLocks/>
          </p:cNvCxnSpPr>
          <p:nvPr/>
        </p:nvCxnSpPr>
        <p:spPr>
          <a:xfrm flipH="1" flipV="1">
            <a:off x="3366287" y="4531540"/>
            <a:ext cx="695915" cy="838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AB85542-6A1D-8F40-B154-62696606825B}"/>
              </a:ext>
            </a:extLst>
          </p:cNvPr>
          <p:cNvCxnSpPr>
            <a:cxnSpLocks/>
          </p:cNvCxnSpPr>
          <p:nvPr/>
        </p:nvCxnSpPr>
        <p:spPr>
          <a:xfrm flipH="1" flipV="1">
            <a:off x="3470914" y="4386109"/>
            <a:ext cx="674593" cy="8187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DF48A1A-A10B-8143-A37E-351415FAD694}"/>
              </a:ext>
            </a:extLst>
          </p:cNvPr>
          <p:cNvCxnSpPr>
            <a:cxnSpLocks/>
          </p:cNvCxnSpPr>
          <p:nvPr/>
        </p:nvCxnSpPr>
        <p:spPr>
          <a:xfrm flipH="1" flipV="1">
            <a:off x="3606726" y="4224043"/>
            <a:ext cx="633501" cy="801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C057D0A-8312-284E-92A3-3CF311EC4B46}"/>
              </a:ext>
            </a:extLst>
          </p:cNvPr>
          <p:cNvCxnSpPr>
            <a:cxnSpLocks/>
          </p:cNvCxnSpPr>
          <p:nvPr/>
        </p:nvCxnSpPr>
        <p:spPr>
          <a:xfrm flipH="1" flipV="1">
            <a:off x="3719070" y="4110754"/>
            <a:ext cx="593985" cy="684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9A683DD-F297-254F-93A5-76E890C1DA13}"/>
              </a:ext>
            </a:extLst>
          </p:cNvPr>
          <p:cNvCxnSpPr>
            <a:cxnSpLocks/>
          </p:cNvCxnSpPr>
          <p:nvPr/>
        </p:nvCxnSpPr>
        <p:spPr>
          <a:xfrm flipH="1" flipV="1">
            <a:off x="3900453" y="3995921"/>
            <a:ext cx="558259" cy="628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790F10E-5B2E-4044-9225-3DF353CDD882}"/>
              </a:ext>
            </a:extLst>
          </p:cNvPr>
          <p:cNvCxnSpPr>
            <a:cxnSpLocks/>
          </p:cNvCxnSpPr>
          <p:nvPr/>
        </p:nvCxnSpPr>
        <p:spPr>
          <a:xfrm flipH="1" flipV="1">
            <a:off x="4062202" y="3903658"/>
            <a:ext cx="542166" cy="627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51DE3F3-3713-6249-B8B7-AD71C266A394}"/>
              </a:ext>
            </a:extLst>
          </p:cNvPr>
          <p:cNvCxnSpPr>
            <a:cxnSpLocks/>
          </p:cNvCxnSpPr>
          <p:nvPr/>
        </p:nvCxnSpPr>
        <p:spPr>
          <a:xfrm flipH="1" flipV="1">
            <a:off x="4249099" y="3796853"/>
            <a:ext cx="533294" cy="513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6372986-12D0-9746-AD16-5B7DE6CBA201}"/>
              </a:ext>
            </a:extLst>
          </p:cNvPr>
          <p:cNvCxnSpPr>
            <a:cxnSpLocks/>
          </p:cNvCxnSpPr>
          <p:nvPr/>
        </p:nvCxnSpPr>
        <p:spPr>
          <a:xfrm flipH="1" flipV="1">
            <a:off x="4421610" y="3717750"/>
            <a:ext cx="547680" cy="506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3616EB2-F185-384A-907F-60AE770E0B1B}"/>
              </a:ext>
            </a:extLst>
          </p:cNvPr>
          <p:cNvCxnSpPr>
            <a:cxnSpLocks/>
          </p:cNvCxnSpPr>
          <p:nvPr/>
        </p:nvCxnSpPr>
        <p:spPr>
          <a:xfrm flipH="1" flipV="1">
            <a:off x="4693532" y="3513696"/>
            <a:ext cx="444910" cy="539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8A46F6E-4FB2-D445-B53C-46CFD8BE40A6}"/>
              </a:ext>
            </a:extLst>
          </p:cNvPr>
          <p:cNvCxnSpPr>
            <a:cxnSpLocks/>
          </p:cNvCxnSpPr>
          <p:nvPr/>
        </p:nvCxnSpPr>
        <p:spPr>
          <a:xfrm flipV="1">
            <a:off x="8772546" y="263840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C658731-02F6-BD4B-A7AE-8ADF9EA77B50}"/>
              </a:ext>
            </a:extLst>
          </p:cNvPr>
          <p:cNvCxnSpPr>
            <a:cxnSpLocks/>
          </p:cNvCxnSpPr>
          <p:nvPr/>
        </p:nvCxnSpPr>
        <p:spPr>
          <a:xfrm flipV="1">
            <a:off x="7686865" y="25992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FAF11D7-3BBE-2049-99C9-EE789519CB95}"/>
              </a:ext>
            </a:extLst>
          </p:cNvPr>
          <p:cNvCxnSpPr>
            <a:cxnSpLocks/>
          </p:cNvCxnSpPr>
          <p:nvPr/>
        </p:nvCxnSpPr>
        <p:spPr>
          <a:xfrm flipV="1">
            <a:off x="6698287" y="28692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FB77E36-3171-0C4A-B9B5-79A394CC265E}"/>
              </a:ext>
            </a:extLst>
          </p:cNvPr>
          <p:cNvCxnSpPr>
            <a:cxnSpLocks/>
          </p:cNvCxnSpPr>
          <p:nvPr/>
        </p:nvCxnSpPr>
        <p:spPr>
          <a:xfrm flipV="1">
            <a:off x="5928196" y="302567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B0148EA-3458-7B47-BD0A-077C50262212}"/>
              </a:ext>
            </a:extLst>
          </p:cNvPr>
          <p:cNvCxnSpPr>
            <a:cxnSpLocks/>
          </p:cNvCxnSpPr>
          <p:nvPr/>
        </p:nvCxnSpPr>
        <p:spPr>
          <a:xfrm flipV="1">
            <a:off x="5255208" y="3326426"/>
            <a:ext cx="0" cy="644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316F232-2FE7-3F4D-830B-DAF7C363917B}"/>
              </a:ext>
            </a:extLst>
          </p:cNvPr>
          <p:cNvCxnSpPr>
            <a:cxnSpLocks/>
          </p:cNvCxnSpPr>
          <p:nvPr/>
        </p:nvCxnSpPr>
        <p:spPr>
          <a:xfrm flipV="1">
            <a:off x="11229827" y="371775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7302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638186-D986-DE49-9363-D797D22B6315}"/>
              </a:ext>
            </a:extLst>
          </p:cNvPr>
          <p:cNvPicPr>
            <a:picLocks noChangeAspect="1"/>
          </p:cNvPicPr>
          <p:nvPr/>
        </p:nvPicPr>
        <p:blipFill>
          <a:blip r:embed="rId3"/>
          <a:stretch>
            <a:fillRect/>
          </a:stretch>
        </p:blipFill>
        <p:spPr>
          <a:xfrm>
            <a:off x="0" y="926564"/>
            <a:ext cx="12192000" cy="5004871"/>
          </a:xfrm>
          <a:prstGeom prst="rect">
            <a:avLst/>
          </a:prstGeom>
        </p:spPr>
      </p:pic>
      <p:sp>
        <p:nvSpPr>
          <p:cNvPr id="4" name="TextBox 3">
            <a:extLst>
              <a:ext uri="{FF2B5EF4-FFF2-40B4-BE49-F238E27FC236}">
                <a16:creationId xmlns:a16="http://schemas.microsoft.com/office/drawing/2014/main" id="{658F8815-1C2C-5C40-BE42-E01549EFB851}"/>
              </a:ext>
            </a:extLst>
          </p:cNvPr>
          <p:cNvSpPr txBox="1"/>
          <p:nvPr/>
        </p:nvSpPr>
        <p:spPr>
          <a:xfrm>
            <a:off x="430306" y="6060141"/>
            <a:ext cx="735106" cy="584775"/>
          </a:xfrm>
          <a:prstGeom prst="rect">
            <a:avLst/>
          </a:prstGeom>
          <a:noFill/>
        </p:spPr>
        <p:txBody>
          <a:bodyPr wrap="square" rtlCol="0">
            <a:spAutoFit/>
          </a:bodyPr>
          <a:lstStyle/>
          <a:p>
            <a:r>
              <a:rPr lang="en-US" sz="3200" b="1" dirty="0"/>
              <a:t>23</a:t>
            </a:r>
          </a:p>
        </p:txBody>
      </p:sp>
      <p:cxnSp>
        <p:nvCxnSpPr>
          <p:cNvPr id="5" name="Straight Arrow Connector 4">
            <a:extLst>
              <a:ext uri="{FF2B5EF4-FFF2-40B4-BE49-F238E27FC236}">
                <a16:creationId xmlns:a16="http://schemas.microsoft.com/office/drawing/2014/main" id="{D17DFBD8-265B-0F40-BFBE-72E344A07411}"/>
              </a:ext>
            </a:extLst>
          </p:cNvPr>
          <p:cNvCxnSpPr>
            <a:cxnSpLocks/>
          </p:cNvCxnSpPr>
          <p:nvPr/>
        </p:nvCxnSpPr>
        <p:spPr>
          <a:xfrm flipV="1">
            <a:off x="1683923" y="451902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FB709DA2-C71E-F347-819C-7009CA01DC7C}"/>
              </a:ext>
            </a:extLst>
          </p:cNvPr>
          <p:cNvCxnSpPr>
            <a:cxnSpLocks/>
          </p:cNvCxnSpPr>
          <p:nvPr/>
        </p:nvCxnSpPr>
        <p:spPr>
          <a:xfrm flipV="1">
            <a:off x="2054808" y="373409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F8025ED-7ABD-0043-A28D-A0301D526913}"/>
              </a:ext>
            </a:extLst>
          </p:cNvPr>
          <p:cNvCxnSpPr>
            <a:cxnSpLocks/>
          </p:cNvCxnSpPr>
          <p:nvPr/>
        </p:nvCxnSpPr>
        <p:spPr>
          <a:xfrm flipV="1">
            <a:off x="2895031" y="319425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B511AA7-C35B-B641-8B12-B5E2D47269D4}"/>
              </a:ext>
            </a:extLst>
          </p:cNvPr>
          <p:cNvCxnSpPr>
            <a:cxnSpLocks/>
          </p:cNvCxnSpPr>
          <p:nvPr/>
        </p:nvCxnSpPr>
        <p:spPr>
          <a:xfrm flipV="1">
            <a:off x="4172224" y="265516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57C96F1-8F9B-7146-B2C3-1E7EB6DE8B99}"/>
              </a:ext>
            </a:extLst>
          </p:cNvPr>
          <p:cNvCxnSpPr>
            <a:cxnSpLocks/>
          </p:cNvCxnSpPr>
          <p:nvPr/>
        </p:nvCxnSpPr>
        <p:spPr>
          <a:xfrm flipV="1">
            <a:off x="5708362" y="246769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5A73EBC-8B85-3E4E-A950-C20E07926C0B}"/>
              </a:ext>
            </a:extLst>
          </p:cNvPr>
          <p:cNvCxnSpPr>
            <a:cxnSpLocks/>
          </p:cNvCxnSpPr>
          <p:nvPr/>
        </p:nvCxnSpPr>
        <p:spPr>
          <a:xfrm flipV="1">
            <a:off x="7082659" y="246769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A71A84E-84A7-484C-8B60-462934BAB6C0}"/>
              </a:ext>
            </a:extLst>
          </p:cNvPr>
          <p:cNvCxnSpPr>
            <a:cxnSpLocks/>
          </p:cNvCxnSpPr>
          <p:nvPr/>
        </p:nvCxnSpPr>
        <p:spPr>
          <a:xfrm flipV="1">
            <a:off x="7809594" y="265516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2A6F81B-CBD2-1B4F-A958-2A8B993B3779}"/>
              </a:ext>
            </a:extLst>
          </p:cNvPr>
          <p:cNvCxnSpPr>
            <a:cxnSpLocks/>
          </p:cNvCxnSpPr>
          <p:nvPr/>
        </p:nvCxnSpPr>
        <p:spPr>
          <a:xfrm flipV="1">
            <a:off x="8407056" y="281969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B77C623-BB11-834E-8B63-B6E93A36233E}"/>
              </a:ext>
            </a:extLst>
          </p:cNvPr>
          <p:cNvCxnSpPr>
            <a:cxnSpLocks/>
          </p:cNvCxnSpPr>
          <p:nvPr/>
        </p:nvCxnSpPr>
        <p:spPr>
          <a:xfrm flipV="1">
            <a:off x="8899321" y="296190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40B2989-3692-0C41-AF5F-3BD331723B9D}"/>
              </a:ext>
            </a:extLst>
          </p:cNvPr>
          <p:cNvCxnSpPr>
            <a:cxnSpLocks/>
          </p:cNvCxnSpPr>
          <p:nvPr/>
        </p:nvCxnSpPr>
        <p:spPr>
          <a:xfrm flipV="1">
            <a:off x="9322805" y="311236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D3BF341-EA63-3B4F-8326-9930A4B8B9B9}"/>
              </a:ext>
            </a:extLst>
          </p:cNvPr>
          <p:cNvCxnSpPr>
            <a:cxnSpLocks/>
          </p:cNvCxnSpPr>
          <p:nvPr/>
        </p:nvCxnSpPr>
        <p:spPr>
          <a:xfrm flipV="1">
            <a:off x="9612769" y="327689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2FF6C64-C167-8448-8D22-1700DD8C037C}"/>
              </a:ext>
            </a:extLst>
          </p:cNvPr>
          <p:cNvCxnSpPr>
            <a:cxnSpLocks/>
          </p:cNvCxnSpPr>
          <p:nvPr/>
        </p:nvCxnSpPr>
        <p:spPr>
          <a:xfrm flipV="1">
            <a:off x="9837997" y="337692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EED2D11-3C35-A446-BB44-3B3A96B2EEA2}"/>
              </a:ext>
            </a:extLst>
          </p:cNvPr>
          <p:cNvCxnSpPr>
            <a:cxnSpLocks/>
          </p:cNvCxnSpPr>
          <p:nvPr/>
        </p:nvCxnSpPr>
        <p:spPr>
          <a:xfrm flipV="1">
            <a:off x="10140880" y="356956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AFF9251-1D70-F545-82BD-2B3CEF8A797A}"/>
              </a:ext>
            </a:extLst>
          </p:cNvPr>
          <p:cNvCxnSpPr>
            <a:cxnSpLocks/>
          </p:cNvCxnSpPr>
          <p:nvPr/>
        </p:nvCxnSpPr>
        <p:spPr>
          <a:xfrm flipV="1">
            <a:off x="10345098" y="365145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1E512D-0C82-2248-AD9E-3B1C98A885FB}"/>
              </a:ext>
            </a:extLst>
          </p:cNvPr>
          <p:cNvCxnSpPr>
            <a:cxnSpLocks/>
          </p:cNvCxnSpPr>
          <p:nvPr/>
        </p:nvCxnSpPr>
        <p:spPr>
          <a:xfrm flipV="1">
            <a:off x="10554142" y="373409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183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50494A-4951-A740-AF89-2E06E062F6EB}"/>
              </a:ext>
            </a:extLst>
          </p:cNvPr>
          <p:cNvPicPr>
            <a:picLocks noChangeAspect="1"/>
          </p:cNvPicPr>
          <p:nvPr/>
        </p:nvPicPr>
        <p:blipFill>
          <a:blip r:embed="rId3"/>
          <a:stretch>
            <a:fillRect/>
          </a:stretch>
        </p:blipFill>
        <p:spPr>
          <a:xfrm>
            <a:off x="0" y="893757"/>
            <a:ext cx="12192000" cy="5070485"/>
          </a:xfrm>
          <a:prstGeom prst="rect">
            <a:avLst/>
          </a:prstGeom>
        </p:spPr>
      </p:pic>
      <p:sp>
        <p:nvSpPr>
          <p:cNvPr id="4" name="TextBox 3">
            <a:extLst>
              <a:ext uri="{FF2B5EF4-FFF2-40B4-BE49-F238E27FC236}">
                <a16:creationId xmlns:a16="http://schemas.microsoft.com/office/drawing/2014/main" id="{268EDCF0-8DE1-7647-AC06-8F1E39DB3010}"/>
              </a:ext>
            </a:extLst>
          </p:cNvPr>
          <p:cNvSpPr txBox="1"/>
          <p:nvPr/>
        </p:nvSpPr>
        <p:spPr>
          <a:xfrm>
            <a:off x="430306" y="6060141"/>
            <a:ext cx="735106" cy="584775"/>
          </a:xfrm>
          <a:prstGeom prst="rect">
            <a:avLst/>
          </a:prstGeom>
          <a:noFill/>
        </p:spPr>
        <p:txBody>
          <a:bodyPr wrap="square" rtlCol="0">
            <a:spAutoFit/>
          </a:bodyPr>
          <a:lstStyle/>
          <a:p>
            <a:r>
              <a:rPr lang="en-US" sz="3200" b="1" dirty="0"/>
              <a:t>24</a:t>
            </a:r>
          </a:p>
        </p:txBody>
      </p:sp>
      <p:cxnSp>
        <p:nvCxnSpPr>
          <p:cNvPr id="5" name="Straight Arrow Connector 4">
            <a:extLst>
              <a:ext uri="{FF2B5EF4-FFF2-40B4-BE49-F238E27FC236}">
                <a16:creationId xmlns:a16="http://schemas.microsoft.com/office/drawing/2014/main" id="{081BD93A-41FD-6946-91CD-5D49B4B93494}"/>
              </a:ext>
            </a:extLst>
          </p:cNvPr>
          <p:cNvCxnSpPr>
            <a:cxnSpLocks/>
          </p:cNvCxnSpPr>
          <p:nvPr/>
        </p:nvCxnSpPr>
        <p:spPr>
          <a:xfrm flipV="1">
            <a:off x="3452033" y="466385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77EAA42-FC8F-2D43-A232-046FC503794A}"/>
              </a:ext>
            </a:extLst>
          </p:cNvPr>
          <p:cNvCxnSpPr>
            <a:cxnSpLocks/>
          </p:cNvCxnSpPr>
          <p:nvPr/>
        </p:nvCxnSpPr>
        <p:spPr>
          <a:xfrm flipV="1">
            <a:off x="3677261" y="46120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945CE77-D7C1-8C42-9F02-4A1A85C965CE}"/>
              </a:ext>
            </a:extLst>
          </p:cNvPr>
          <p:cNvCxnSpPr>
            <a:cxnSpLocks/>
          </p:cNvCxnSpPr>
          <p:nvPr/>
        </p:nvCxnSpPr>
        <p:spPr>
          <a:xfrm flipV="1">
            <a:off x="4938270" y="40793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169BF5B-A673-3740-BC33-20A1CC16D24D}"/>
              </a:ext>
            </a:extLst>
          </p:cNvPr>
          <p:cNvCxnSpPr>
            <a:cxnSpLocks/>
          </p:cNvCxnSpPr>
          <p:nvPr/>
        </p:nvCxnSpPr>
        <p:spPr>
          <a:xfrm flipV="1">
            <a:off x="4605148" y="417198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6218C56-C20E-744C-A0D5-BED4D37B2400}"/>
              </a:ext>
            </a:extLst>
          </p:cNvPr>
          <p:cNvCxnSpPr>
            <a:cxnSpLocks/>
          </p:cNvCxnSpPr>
          <p:nvPr/>
        </p:nvCxnSpPr>
        <p:spPr>
          <a:xfrm flipV="1">
            <a:off x="5170242" y="398087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FA90A7F-790D-0A45-A94A-4016319DA274}"/>
              </a:ext>
            </a:extLst>
          </p:cNvPr>
          <p:cNvCxnSpPr>
            <a:cxnSpLocks/>
          </p:cNvCxnSpPr>
          <p:nvPr/>
        </p:nvCxnSpPr>
        <p:spPr>
          <a:xfrm flipV="1">
            <a:off x="5800071" y="36976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E91A2E7-8673-ED44-B600-4378AE008468}"/>
              </a:ext>
            </a:extLst>
          </p:cNvPr>
          <p:cNvCxnSpPr>
            <a:cxnSpLocks/>
          </p:cNvCxnSpPr>
          <p:nvPr/>
        </p:nvCxnSpPr>
        <p:spPr>
          <a:xfrm flipV="1">
            <a:off x="6203325" y="36221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767FAF7-B731-694D-9ED6-1C8047C18447}"/>
              </a:ext>
            </a:extLst>
          </p:cNvPr>
          <p:cNvCxnSpPr>
            <a:cxnSpLocks/>
          </p:cNvCxnSpPr>
          <p:nvPr/>
        </p:nvCxnSpPr>
        <p:spPr>
          <a:xfrm flipV="1">
            <a:off x="6687498" y="351019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E450C3D-712D-414C-AAA4-3AF2C7593F0A}"/>
              </a:ext>
            </a:extLst>
          </p:cNvPr>
          <p:cNvCxnSpPr>
            <a:cxnSpLocks/>
          </p:cNvCxnSpPr>
          <p:nvPr/>
        </p:nvCxnSpPr>
        <p:spPr>
          <a:xfrm flipV="1">
            <a:off x="7398248" y="351019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5810308-493F-5A40-8A13-D44CA19588D3}"/>
              </a:ext>
            </a:extLst>
          </p:cNvPr>
          <p:cNvCxnSpPr>
            <a:cxnSpLocks/>
          </p:cNvCxnSpPr>
          <p:nvPr/>
        </p:nvCxnSpPr>
        <p:spPr>
          <a:xfrm flipV="1">
            <a:off x="8245215" y="36221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7634D29-3816-5F41-86E7-7E728F35E2C4}"/>
              </a:ext>
            </a:extLst>
          </p:cNvPr>
          <p:cNvCxnSpPr>
            <a:cxnSpLocks/>
          </p:cNvCxnSpPr>
          <p:nvPr/>
        </p:nvCxnSpPr>
        <p:spPr>
          <a:xfrm flipV="1">
            <a:off x="9135339" y="382537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100CD1D-C655-B542-A313-A3D8D1BA8658}"/>
              </a:ext>
            </a:extLst>
          </p:cNvPr>
          <p:cNvCxnSpPr>
            <a:cxnSpLocks/>
          </p:cNvCxnSpPr>
          <p:nvPr/>
        </p:nvCxnSpPr>
        <p:spPr>
          <a:xfrm flipV="1">
            <a:off x="9651880" y="428257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C7FC852-8C0A-8242-AEF6-D9A922E8B2FA}"/>
              </a:ext>
            </a:extLst>
          </p:cNvPr>
          <p:cNvCxnSpPr>
            <a:cxnSpLocks/>
          </p:cNvCxnSpPr>
          <p:nvPr/>
        </p:nvCxnSpPr>
        <p:spPr>
          <a:xfrm flipV="1">
            <a:off x="10589208" y="489527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42F4146-F1E0-D449-AF1F-4DCF0C07FFAA}"/>
              </a:ext>
            </a:extLst>
          </p:cNvPr>
          <p:cNvCxnSpPr>
            <a:cxnSpLocks/>
          </p:cNvCxnSpPr>
          <p:nvPr/>
        </p:nvCxnSpPr>
        <p:spPr>
          <a:xfrm flipV="1">
            <a:off x="10385558" y="461205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E7D59D6-75CA-504D-9B09-2AC61626B7EE}"/>
              </a:ext>
            </a:extLst>
          </p:cNvPr>
          <p:cNvCxnSpPr>
            <a:cxnSpLocks/>
          </p:cNvCxnSpPr>
          <p:nvPr/>
        </p:nvCxnSpPr>
        <p:spPr>
          <a:xfrm flipV="1">
            <a:off x="2982695" y="495651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732134E-AD00-524F-8275-2CB085BCBB73}"/>
              </a:ext>
            </a:extLst>
          </p:cNvPr>
          <p:cNvCxnSpPr>
            <a:cxnSpLocks/>
          </p:cNvCxnSpPr>
          <p:nvPr/>
        </p:nvCxnSpPr>
        <p:spPr>
          <a:xfrm flipV="1">
            <a:off x="2754769" y="528693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4B81825-42F4-0F4D-A464-F4CD484083BF}"/>
              </a:ext>
            </a:extLst>
          </p:cNvPr>
          <p:cNvCxnSpPr>
            <a:cxnSpLocks/>
          </p:cNvCxnSpPr>
          <p:nvPr/>
        </p:nvCxnSpPr>
        <p:spPr>
          <a:xfrm flipV="1">
            <a:off x="3093286" y="488543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FBD849D-367E-FA40-9B6B-F521AFDABFC8}"/>
              </a:ext>
            </a:extLst>
          </p:cNvPr>
          <p:cNvCxnSpPr>
            <a:cxnSpLocks/>
          </p:cNvCxnSpPr>
          <p:nvPr/>
        </p:nvCxnSpPr>
        <p:spPr>
          <a:xfrm flipV="1">
            <a:off x="3286146" y="482973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018A560-0506-F843-B5A2-1463F70E5995}"/>
              </a:ext>
            </a:extLst>
          </p:cNvPr>
          <p:cNvCxnSpPr>
            <a:cxnSpLocks/>
          </p:cNvCxnSpPr>
          <p:nvPr/>
        </p:nvCxnSpPr>
        <p:spPr>
          <a:xfrm flipV="1">
            <a:off x="3940252" y="449931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CC646B9-74D3-2649-9BDA-39EFFC33E08B}"/>
              </a:ext>
            </a:extLst>
          </p:cNvPr>
          <p:cNvCxnSpPr>
            <a:cxnSpLocks/>
          </p:cNvCxnSpPr>
          <p:nvPr/>
        </p:nvCxnSpPr>
        <p:spPr>
          <a:xfrm flipV="1">
            <a:off x="4311137" y="428257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1065519-1883-9343-B9BD-7A11967E27F9}"/>
              </a:ext>
            </a:extLst>
          </p:cNvPr>
          <p:cNvCxnSpPr>
            <a:cxnSpLocks/>
          </p:cNvCxnSpPr>
          <p:nvPr/>
        </p:nvCxnSpPr>
        <p:spPr>
          <a:xfrm flipV="1">
            <a:off x="2884242" y="518268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4208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17BD28-A202-F74C-8E38-5AA23AB08FCA}"/>
              </a:ext>
            </a:extLst>
          </p:cNvPr>
          <p:cNvPicPr>
            <a:picLocks noChangeAspect="1"/>
          </p:cNvPicPr>
          <p:nvPr/>
        </p:nvPicPr>
        <p:blipFill>
          <a:blip r:embed="rId3"/>
          <a:stretch>
            <a:fillRect/>
          </a:stretch>
        </p:blipFill>
        <p:spPr>
          <a:xfrm>
            <a:off x="0" y="891643"/>
            <a:ext cx="12192000" cy="5074714"/>
          </a:xfrm>
          <a:prstGeom prst="rect">
            <a:avLst/>
          </a:prstGeom>
        </p:spPr>
      </p:pic>
      <p:sp>
        <p:nvSpPr>
          <p:cNvPr id="4" name="TextBox 3">
            <a:extLst>
              <a:ext uri="{FF2B5EF4-FFF2-40B4-BE49-F238E27FC236}">
                <a16:creationId xmlns:a16="http://schemas.microsoft.com/office/drawing/2014/main" id="{129D2496-3797-3143-9E3F-F084272C147B}"/>
              </a:ext>
            </a:extLst>
          </p:cNvPr>
          <p:cNvSpPr txBox="1"/>
          <p:nvPr/>
        </p:nvSpPr>
        <p:spPr>
          <a:xfrm>
            <a:off x="430306" y="6060141"/>
            <a:ext cx="735106" cy="584775"/>
          </a:xfrm>
          <a:prstGeom prst="rect">
            <a:avLst/>
          </a:prstGeom>
          <a:noFill/>
        </p:spPr>
        <p:txBody>
          <a:bodyPr wrap="square" rtlCol="0">
            <a:spAutoFit/>
          </a:bodyPr>
          <a:lstStyle/>
          <a:p>
            <a:r>
              <a:rPr lang="en-US" sz="3200" b="1" dirty="0"/>
              <a:t>25</a:t>
            </a:r>
          </a:p>
        </p:txBody>
      </p:sp>
      <p:cxnSp>
        <p:nvCxnSpPr>
          <p:cNvPr id="6" name="Straight Arrow Connector 5">
            <a:extLst>
              <a:ext uri="{FF2B5EF4-FFF2-40B4-BE49-F238E27FC236}">
                <a16:creationId xmlns:a16="http://schemas.microsoft.com/office/drawing/2014/main" id="{7A85AB1C-6FB3-4047-A05F-FAF1A17F150E}"/>
              </a:ext>
            </a:extLst>
          </p:cNvPr>
          <p:cNvCxnSpPr>
            <a:cxnSpLocks/>
          </p:cNvCxnSpPr>
          <p:nvPr/>
        </p:nvCxnSpPr>
        <p:spPr>
          <a:xfrm flipV="1">
            <a:off x="3175555" y="461030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ADFFD6C-3B0D-3C48-96A5-6F984C1179B9}"/>
              </a:ext>
            </a:extLst>
          </p:cNvPr>
          <p:cNvCxnSpPr>
            <a:cxnSpLocks/>
          </p:cNvCxnSpPr>
          <p:nvPr/>
        </p:nvCxnSpPr>
        <p:spPr>
          <a:xfrm flipV="1">
            <a:off x="3562624" y="440761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F89A1C2-8480-724F-AFB2-12C07CD39533}"/>
              </a:ext>
            </a:extLst>
          </p:cNvPr>
          <p:cNvCxnSpPr>
            <a:cxnSpLocks/>
          </p:cNvCxnSpPr>
          <p:nvPr/>
        </p:nvCxnSpPr>
        <p:spPr>
          <a:xfrm flipV="1">
            <a:off x="4216730" y="407488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2CA8331-4AEC-B642-B20E-4A1921ECFB2D}"/>
              </a:ext>
            </a:extLst>
          </p:cNvPr>
          <p:cNvCxnSpPr>
            <a:cxnSpLocks/>
          </p:cNvCxnSpPr>
          <p:nvPr/>
        </p:nvCxnSpPr>
        <p:spPr>
          <a:xfrm flipV="1">
            <a:off x="5016493" y="371788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102A82A-955A-CC46-8A70-7EAB522453F0}"/>
              </a:ext>
            </a:extLst>
          </p:cNvPr>
          <p:cNvCxnSpPr>
            <a:cxnSpLocks/>
          </p:cNvCxnSpPr>
          <p:nvPr/>
        </p:nvCxnSpPr>
        <p:spPr>
          <a:xfrm flipV="1">
            <a:off x="5751519" y="345354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67E348E-97FA-A74A-BCE6-03B2942118AE}"/>
              </a:ext>
            </a:extLst>
          </p:cNvPr>
          <p:cNvCxnSpPr>
            <a:cxnSpLocks/>
          </p:cNvCxnSpPr>
          <p:nvPr/>
        </p:nvCxnSpPr>
        <p:spPr>
          <a:xfrm flipV="1">
            <a:off x="6777860" y="339150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6482000-82AB-7345-B22A-A0111CF0694B}"/>
              </a:ext>
            </a:extLst>
          </p:cNvPr>
          <p:cNvCxnSpPr>
            <a:cxnSpLocks/>
          </p:cNvCxnSpPr>
          <p:nvPr/>
        </p:nvCxnSpPr>
        <p:spPr>
          <a:xfrm flipV="1">
            <a:off x="8264876" y="364101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2CC5830-1FC4-CE4A-8372-F17F69CCD95B}"/>
              </a:ext>
            </a:extLst>
          </p:cNvPr>
          <p:cNvCxnSpPr>
            <a:cxnSpLocks/>
          </p:cNvCxnSpPr>
          <p:nvPr/>
        </p:nvCxnSpPr>
        <p:spPr>
          <a:xfrm flipV="1">
            <a:off x="9931055" y="436794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717DD7C-8C83-CF46-BDB7-0F9E406CA2C4}"/>
              </a:ext>
            </a:extLst>
          </p:cNvPr>
          <p:cNvCxnSpPr>
            <a:cxnSpLocks/>
          </p:cNvCxnSpPr>
          <p:nvPr/>
        </p:nvCxnSpPr>
        <p:spPr>
          <a:xfrm flipV="1">
            <a:off x="10285757" y="514574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398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13BC3C-615C-044A-B1FA-0AF1B385DDAF}"/>
              </a:ext>
            </a:extLst>
          </p:cNvPr>
          <p:cNvPicPr>
            <a:picLocks noChangeAspect="1"/>
          </p:cNvPicPr>
          <p:nvPr/>
        </p:nvPicPr>
        <p:blipFill>
          <a:blip r:embed="rId3"/>
          <a:stretch>
            <a:fillRect/>
          </a:stretch>
        </p:blipFill>
        <p:spPr>
          <a:xfrm>
            <a:off x="0" y="894280"/>
            <a:ext cx="12192000" cy="5069439"/>
          </a:xfrm>
          <a:prstGeom prst="rect">
            <a:avLst/>
          </a:prstGeom>
        </p:spPr>
      </p:pic>
      <p:sp>
        <p:nvSpPr>
          <p:cNvPr id="4" name="TextBox 3">
            <a:extLst>
              <a:ext uri="{FF2B5EF4-FFF2-40B4-BE49-F238E27FC236}">
                <a16:creationId xmlns:a16="http://schemas.microsoft.com/office/drawing/2014/main" id="{11EB70C5-C2D5-1249-A113-7C0FF4C57D1C}"/>
              </a:ext>
            </a:extLst>
          </p:cNvPr>
          <p:cNvSpPr txBox="1"/>
          <p:nvPr/>
        </p:nvSpPr>
        <p:spPr>
          <a:xfrm>
            <a:off x="430306" y="6060141"/>
            <a:ext cx="735106" cy="584775"/>
          </a:xfrm>
          <a:prstGeom prst="rect">
            <a:avLst/>
          </a:prstGeom>
          <a:noFill/>
        </p:spPr>
        <p:txBody>
          <a:bodyPr wrap="square" rtlCol="0">
            <a:spAutoFit/>
          </a:bodyPr>
          <a:lstStyle/>
          <a:p>
            <a:r>
              <a:rPr lang="en-US" sz="3200" b="1" dirty="0"/>
              <a:t>26</a:t>
            </a:r>
          </a:p>
        </p:txBody>
      </p:sp>
      <p:cxnSp>
        <p:nvCxnSpPr>
          <p:cNvPr id="5" name="Straight Arrow Connector 4">
            <a:extLst>
              <a:ext uri="{FF2B5EF4-FFF2-40B4-BE49-F238E27FC236}">
                <a16:creationId xmlns:a16="http://schemas.microsoft.com/office/drawing/2014/main" id="{833BE0E9-AC44-B64A-9DEF-B580E713842D}"/>
              </a:ext>
            </a:extLst>
          </p:cNvPr>
          <p:cNvCxnSpPr>
            <a:cxnSpLocks/>
          </p:cNvCxnSpPr>
          <p:nvPr/>
        </p:nvCxnSpPr>
        <p:spPr>
          <a:xfrm flipH="1">
            <a:off x="514624" y="5252677"/>
            <a:ext cx="7639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94DADD2-C3C9-F94D-B41D-8B0DECB3B88B}"/>
              </a:ext>
            </a:extLst>
          </p:cNvPr>
          <p:cNvCxnSpPr>
            <a:cxnSpLocks/>
          </p:cNvCxnSpPr>
          <p:nvPr/>
        </p:nvCxnSpPr>
        <p:spPr>
          <a:xfrm flipV="1">
            <a:off x="785707" y="40700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669B8D6-A848-7949-B396-ABE890FC9364}"/>
              </a:ext>
            </a:extLst>
          </p:cNvPr>
          <p:cNvCxnSpPr>
            <a:cxnSpLocks/>
          </p:cNvCxnSpPr>
          <p:nvPr/>
        </p:nvCxnSpPr>
        <p:spPr>
          <a:xfrm flipV="1">
            <a:off x="1399353" y="367931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C5896FF-A68C-5D43-92E1-78933760D00F}"/>
              </a:ext>
            </a:extLst>
          </p:cNvPr>
          <p:cNvCxnSpPr>
            <a:cxnSpLocks/>
          </p:cNvCxnSpPr>
          <p:nvPr/>
        </p:nvCxnSpPr>
        <p:spPr>
          <a:xfrm flipV="1">
            <a:off x="2482337" y="315563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B8879D1-23A4-0C4C-ADCA-C3FF28C83AE9}"/>
              </a:ext>
            </a:extLst>
          </p:cNvPr>
          <p:cNvCxnSpPr>
            <a:cxnSpLocks/>
          </p:cNvCxnSpPr>
          <p:nvPr/>
        </p:nvCxnSpPr>
        <p:spPr>
          <a:xfrm flipV="1">
            <a:off x="4973336" y="25868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2A94540-1E75-7045-9C13-B6559918D35E}"/>
              </a:ext>
            </a:extLst>
          </p:cNvPr>
          <p:cNvCxnSpPr>
            <a:cxnSpLocks/>
          </p:cNvCxnSpPr>
          <p:nvPr/>
        </p:nvCxnSpPr>
        <p:spPr>
          <a:xfrm flipV="1">
            <a:off x="6145332" y="266552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36AD992-13D8-EB4D-A48F-97CFC72C917D}"/>
              </a:ext>
            </a:extLst>
          </p:cNvPr>
          <p:cNvCxnSpPr>
            <a:cxnSpLocks/>
          </p:cNvCxnSpPr>
          <p:nvPr/>
        </p:nvCxnSpPr>
        <p:spPr>
          <a:xfrm flipV="1">
            <a:off x="7042199" y="25868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BC581AF-87C7-9243-B078-7BF835E2A98C}"/>
              </a:ext>
            </a:extLst>
          </p:cNvPr>
          <p:cNvCxnSpPr>
            <a:cxnSpLocks/>
          </p:cNvCxnSpPr>
          <p:nvPr/>
        </p:nvCxnSpPr>
        <p:spPr>
          <a:xfrm flipV="1">
            <a:off x="7696306" y="266552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EC2547B-73FF-0C4F-A715-044A5700F838}"/>
              </a:ext>
            </a:extLst>
          </p:cNvPr>
          <p:cNvCxnSpPr>
            <a:cxnSpLocks/>
          </p:cNvCxnSpPr>
          <p:nvPr/>
        </p:nvCxnSpPr>
        <p:spPr>
          <a:xfrm flipV="1">
            <a:off x="8709938" y="291057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6BA3EDA-5F33-5B4B-B3EB-0A0A51259728}"/>
              </a:ext>
            </a:extLst>
          </p:cNvPr>
          <p:cNvCxnSpPr>
            <a:cxnSpLocks/>
          </p:cNvCxnSpPr>
          <p:nvPr/>
        </p:nvCxnSpPr>
        <p:spPr>
          <a:xfrm flipV="1">
            <a:off x="9303923" y="305258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9E10E0C-953A-944E-B831-59F7AD012D2F}"/>
              </a:ext>
            </a:extLst>
          </p:cNvPr>
          <p:cNvCxnSpPr>
            <a:cxnSpLocks/>
          </p:cNvCxnSpPr>
          <p:nvPr/>
        </p:nvCxnSpPr>
        <p:spPr>
          <a:xfrm flipV="1">
            <a:off x="9715268" y="312272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8D148DE-6C68-964C-B5F5-5EA6DCB24ED0}"/>
              </a:ext>
            </a:extLst>
          </p:cNvPr>
          <p:cNvCxnSpPr>
            <a:cxnSpLocks/>
          </p:cNvCxnSpPr>
          <p:nvPr/>
        </p:nvCxnSpPr>
        <p:spPr>
          <a:xfrm flipV="1">
            <a:off x="10199442" y="328496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01D40B9-CDD5-7844-958E-2565601D557A}"/>
              </a:ext>
            </a:extLst>
          </p:cNvPr>
          <p:cNvCxnSpPr>
            <a:cxnSpLocks/>
          </p:cNvCxnSpPr>
          <p:nvPr/>
        </p:nvCxnSpPr>
        <p:spPr>
          <a:xfrm flipV="1">
            <a:off x="10707891" y="340499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DC5943A-2BFE-7144-8756-532070E501A2}"/>
              </a:ext>
            </a:extLst>
          </p:cNvPr>
          <p:cNvCxnSpPr>
            <a:cxnSpLocks/>
          </p:cNvCxnSpPr>
          <p:nvPr/>
        </p:nvCxnSpPr>
        <p:spPr>
          <a:xfrm flipV="1">
            <a:off x="10957396" y="356279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E5E1367-CC77-B146-946B-412700AE0DB1}"/>
              </a:ext>
            </a:extLst>
          </p:cNvPr>
          <p:cNvCxnSpPr>
            <a:cxnSpLocks/>
          </p:cNvCxnSpPr>
          <p:nvPr/>
        </p:nvCxnSpPr>
        <p:spPr>
          <a:xfrm flipV="1">
            <a:off x="11206900" y="356279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20DF2A7-470E-494D-8F77-694F3B1F1AB2}"/>
              </a:ext>
            </a:extLst>
          </p:cNvPr>
          <p:cNvCxnSpPr>
            <a:cxnSpLocks/>
          </p:cNvCxnSpPr>
          <p:nvPr/>
        </p:nvCxnSpPr>
        <p:spPr>
          <a:xfrm flipV="1">
            <a:off x="11391668" y="356279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957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7156B0-12B8-E143-9658-9E6FEB8ED472}"/>
              </a:ext>
            </a:extLst>
          </p:cNvPr>
          <p:cNvPicPr>
            <a:picLocks noChangeAspect="1"/>
          </p:cNvPicPr>
          <p:nvPr/>
        </p:nvPicPr>
        <p:blipFill>
          <a:blip r:embed="rId3"/>
          <a:stretch>
            <a:fillRect/>
          </a:stretch>
        </p:blipFill>
        <p:spPr>
          <a:xfrm>
            <a:off x="0" y="1659575"/>
            <a:ext cx="12192000" cy="3538849"/>
          </a:xfrm>
          <a:prstGeom prst="rect">
            <a:avLst/>
          </a:prstGeom>
        </p:spPr>
      </p:pic>
      <p:sp>
        <p:nvSpPr>
          <p:cNvPr id="4" name="TextBox 3">
            <a:extLst>
              <a:ext uri="{FF2B5EF4-FFF2-40B4-BE49-F238E27FC236}">
                <a16:creationId xmlns:a16="http://schemas.microsoft.com/office/drawing/2014/main" id="{B426543D-E77F-7E4C-9696-7BE8C0C8CE6B}"/>
              </a:ext>
            </a:extLst>
          </p:cNvPr>
          <p:cNvSpPr txBox="1"/>
          <p:nvPr/>
        </p:nvSpPr>
        <p:spPr>
          <a:xfrm>
            <a:off x="430306" y="6060141"/>
            <a:ext cx="735106" cy="584775"/>
          </a:xfrm>
          <a:prstGeom prst="rect">
            <a:avLst/>
          </a:prstGeom>
          <a:noFill/>
        </p:spPr>
        <p:txBody>
          <a:bodyPr wrap="square" rtlCol="0">
            <a:spAutoFit/>
          </a:bodyPr>
          <a:lstStyle/>
          <a:p>
            <a:r>
              <a:rPr lang="en-US" sz="3200" b="1" dirty="0"/>
              <a:t>27</a:t>
            </a:r>
          </a:p>
        </p:txBody>
      </p:sp>
      <p:cxnSp>
        <p:nvCxnSpPr>
          <p:cNvPr id="7" name="Straight Arrow Connector 6">
            <a:extLst>
              <a:ext uri="{FF2B5EF4-FFF2-40B4-BE49-F238E27FC236}">
                <a16:creationId xmlns:a16="http://schemas.microsoft.com/office/drawing/2014/main" id="{154B6969-20E8-3944-9DBD-9827A2AE331A}"/>
              </a:ext>
            </a:extLst>
          </p:cNvPr>
          <p:cNvCxnSpPr>
            <a:cxnSpLocks/>
          </p:cNvCxnSpPr>
          <p:nvPr/>
        </p:nvCxnSpPr>
        <p:spPr>
          <a:xfrm flipH="1">
            <a:off x="890904" y="4296469"/>
            <a:ext cx="8003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F440511-77BF-9D40-96D0-7BC0FE7D741E}"/>
              </a:ext>
            </a:extLst>
          </p:cNvPr>
          <p:cNvCxnSpPr>
            <a:cxnSpLocks/>
          </p:cNvCxnSpPr>
          <p:nvPr/>
        </p:nvCxnSpPr>
        <p:spPr>
          <a:xfrm flipV="1">
            <a:off x="2621250" y="305393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019DC88-A2E6-E34B-B512-E3CA1209718E}"/>
              </a:ext>
            </a:extLst>
          </p:cNvPr>
          <p:cNvCxnSpPr>
            <a:cxnSpLocks/>
          </p:cNvCxnSpPr>
          <p:nvPr/>
        </p:nvCxnSpPr>
        <p:spPr>
          <a:xfrm flipV="1">
            <a:off x="3801339" y="297881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F37F88E-62C1-374C-91CC-B8660DB28EB7}"/>
              </a:ext>
            </a:extLst>
          </p:cNvPr>
          <p:cNvCxnSpPr>
            <a:cxnSpLocks/>
          </p:cNvCxnSpPr>
          <p:nvPr/>
        </p:nvCxnSpPr>
        <p:spPr>
          <a:xfrm flipV="1">
            <a:off x="4827679" y="297881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A2339E5-BED3-B64B-9E98-6D23ECB85E33}"/>
              </a:ext>
            </a:extLst>
          </p:cNvPr>
          <p:cNvCxnSpPr>
            <a:cxnSpLocks/>
          </p:cNvCxnSpPr>
          <p:nvPr/>
        </p:nvCxnSpPr>
        <p:spPr>
          <a:xfrm flipV="1">
            <a:off x="6469013" y="330114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16C00B7-AE1A-D94D-B805-42C62F3BA5CC}"/>
              </a:ext>
            </a:extLst>
          </p:cNvPr>
          <p:cNvCxnSpPr>
            <a:cxnSpLocks/>
          </p:cNvCxnSpPr>
          <p:nvPr/>
        </p:nvCxnSpPr>
        <p:spPr>
          <a:xfrm flipV="1">
            <a:off x="7462985" y="364775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5241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FEC2E2-8252-8B4D-9B29-68D7D154870A}"/>
              </a:ext>
            </a:extLst>
          </p:cNvPr>
          <p:cNvPicPr>
            <a:picLocks noChangeAspect="1"/>
          </p:cNvPicPr>
          <p:nvPr/>
        </p:nvPicPr>
        <p:blipFill>
          <a:blip r:embed="rId3"/>
          <a:stretch>
            <a:fillRect/>
          </a:stretch>
        </p:blipFill>
        <p:spPr>
          <a:xfrm>
            <a:off x="0" y="1676637"/>
            <a:ext cx="12192000" cy="3504725"/>
          </a:xfrm>
          <a:prstGeom prst="rect">
            <a:avLst/>
          </a:prstGeom>
        </p:spPr>
      </p:pic>
      <p:sp>
        <p:nvSpPr>
          <p:cNvPr id="4" name="TextBox 3">
            <a:extLst>
              <a:ext uri="{FF2B5EF4-FFF2-40B4-BE49-F238E27FC236}">
                <a16:creationId xmlns:a16="http://schemas.microsoft.com/office/drawing/2014/main" id="{D3A98094-9EF8-C644-B3E0-DD95623319C2}"/>
              </a:ext>
            </a:extLst>
          </p:cNvPr>
          <p:cNvSpPr txBox="1"/>
          <p:nvPr/>
        </p:nvSpPr>
        <p:spPr>
          <a:xfrm>
            <a:off x="430306" y="6060141"/>
            <a:ext cx="735106" cy="584775"/>
          </a:xfrm>
          <a:prstGeom prst="rect">
            <a:avLst/>
          </a:prstGeom>
          <a:noFill/>
        </p:spPr>
        <p:txBody>
          <a:bodyPr wrap="square" rtlCol="0">
            <a:spAutoFit/>
          </a:bodyPr>
          <a:lstStyle/>
          <a:p>
            <a:r>
              <a:rPr lang="en-US" sz="3200" b="1" dirty="0"/>
              <a:t>28</a:t>
            </a:r>
          </a:p>
        </p:txBody>
      </p:sp>
      <p:cxnSp>
        <p:nvCxnSpPr>
          <p:cNvPr id="5" name="Straight Arrow Connector 4">
            <a:extLst>
              <a:ext uri="{FF2B5EF4-FFF2-40B4-BE49-F238E27FC236}">
                <a16:creationId xmlns:a16="http://schemas.microsoft.com/office/drawing/2014/main" id="{E825738E-7750-6D49-87C7-E815B82E80A1}"/>
              </a:ext>
            </a:extLst>
          </p:cNvPr>
          <p:cNvCxnSpPr>
            <a:cxnSpLocks/>
          </p:cNvCxnSpPr>
          <p:nvPr/>
        </p:nvCxnSpPr>
        <p:spPr>
          <a:xfrm flipV="1">
            <a:off x="2470291" y="467830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0B488A4-588B-6242-AB16-1E73FF27A56D}"/>
              </a:ext>
            </a:extLst>
          </p:cNvPr>
          <p:cNvCxnSpPr>
            <a:cxnSpLocks/>
          </p:cNvCxnSpPr>
          <p:nvPr/>
        </p:nvCxnSpPr>
        <p:spPr>
          <a:xfrm flipV="1">
            <a:off x="2631569" y="461835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A839853-3290-FF49-B900-2BB8705FE02F}"/>
              </a:ext>
            </a:extLst>
          </p:cNvPr>
          <p:cNvCxnSpPr>
            <a:cxnSpLocks/>
          </p:cNvCxnSpPr>
          <p:nvPr/>
        </p:nvCxnSpPr>
        <p:spPr>
          <a:xfrm flipV="1">
            <a:off x="2739580" y="454881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6768E60-06BC-FC49-A33B-8692D0506269}"/>
              </a:ext>
            </a:extLst>
          </p:cNvPr>
          <p:cNvCxnSpPr>
            <a:cxnSpLocks/>
          </p:cNvCxnSpPr>
          <p:nvPr/>
        </p:nvCxnSpPr>
        <p:spPr>
          <a:xfrm flipV="1">
            <a:off x="2900857" y="453110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4E583B9-C87A-DB4E-8ED5-6B11B903B172}"/>
              </a:ext>
            </a:extLst>
          </p:cNvPr>
          <p:cNvCxnSpPr>
            <a:cxnSpLocks/>
          </p:cNvCxnSpPr>
          <p:nvPr/>
        </p:nvCxnSpPr>
        <p:spPr>
          <a:xfrm flipV="1">
            <a:off x="3159790" y="436390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580C017-1DAF-984D-9141-7ED0299AB2E4}"/>
              </a:ext>
            </a:extLst>
          </p:cNvPr>
          <p:cNvCxnSpPr>
            <a:cxnSpLocks/>
          </p:cNvCxnSpPr>
          <p:nvPr/>
        </p:nvCxnSpPr>
        <p:spPr>
          <a:xfrm flipV="1">
            <a:off x="3400967" y="41841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D62AB12-2713-014F-B47A-0F12ED872313}"/>
              </a:ext>
            </a:extLst>
          </p:cNvPr>
          <p:cNvCxnSpPr>
            <a:cxnSpLocks/>
          </p:cNvCxnSpPr>
          <p:nvPr/>
        </p:nvCxnSpPr>
        <p:spPr>
          <a:xfrm flipV="1">
            <a:off x="3624388" y="399031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7BA5D9C-4D84-3441-8BEE-B1B57B146601}"/>
              </a:ext>
            </a:extLst>
          </p:cNvPr>
          <p:cNvCxnSpPr>
            <a:cxnSpLocks/>
          </p:cNvCxnSpPr>
          <p:nvPr/>
        </p:nvCxnSpPr>
        <p:spPr>
          <a:xfrm flipV="1">
            <a:off x="4016485" y="374621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70E59E5-357A-2F40-9C86-EC1441F5074B}"/>
              </a:ext>
            </a:extLst>
          </p:cNvPr>
          <p:cNvCxnSpPr>
            <a:cxnSpLocks/>
          </p:cNvCxnSpPr>
          <p:nvPr/>
        </p:nvCxnSpPr>
        <p:spPr>
          <a:xfrm flipV="1">
            <a:off x="4266539" y="37269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C72B2B7-6D42-E140-B5E7-78FE3ECBBE7C}"/>
              </a:ext>
            </a:extLst>
          </p:cNvPr>
          <p:cNvCxnSpPr>
            <a:cxnSpLocks/>
          </p:cNvCxnSpPr>
          <p:nvPr/>
        </p:nvCxnSpPr>
        <p:spPr>
          <a:xfrm flipV="1">
            <a:off x="4623125" y="353311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A5CB73B-0F44-8148-B5DD-65BA88095547}"/>
              </a:ext>
            </a:extLst>
          </p:cNvPr>
          <p:cNvCxnSpPr>
            <a:cxnSpLocks/>
          </p:cNvCxnSpPr>
          <p:nvPr/>
        </p:nvCxnSpPr>
        <p:spPr>
          <a:xfrm flipV="1">
            <a:off x="5233629" y="326972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DFF81B2-2106-5D46-98F9-754570BA9118}"/>
              </a:ext>
            </a:extLst>
          </p:cNvPr>
          <p:cNvCxnSpPr>
            <a:cxnSpLocks/>
          </p:cNvCxnSpPr>
          <p:nvPr/>
        </p:nvCxnSpPr>
        <p:spPr>
          <a:xfrm flipV="1">
            <a:off x="5831091" y="307591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D7C91C6-7847-314E-BA73-869AA780C669}"/>
              </a:ext>
            </a:extLst>
          </p:cNvPr>
          <p:cNvCxnSpPr>
            <a:cxnSpLocks/>
          </p:cNvCxnSpPr>
          <p:nvPr/>
        </p:nvCxnSpPr>
        <p:spPr>
          <a:xfrm flipV="1">
            <a:off x="6776511" y="2831810"/>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5EC6BA3-700B-B74C-9B47-228CA93F5E91}"/>
              </a:ext>
            </a:extLst>
          </p:cNvPr>
          <p:cNvCxnSpPr>
            <a:cxnSpLocks/>
          </p:cNvCxnSpPr>
          <p:nvPr/>
        </p:nvCxnSpPr>
        <p:spPr>
          <a:xfrm flipV="1">
            <a:off x="7942543" y="2733357"/>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7CCDE33-78EF-DC4A-9386-8D06D953EC41}"/>
              </a:ext>
            </a:extLst>
          </p:cNvPr>
          <p:cNvCxnSpPr>
            <a:cxnSpLocks/>
          </p:cNvCxnSpPr>
          <p:nvPr/>
        </p:nvCxnSpPr>
        <p:spPr>
          <a:xfrm flipV="1">
            <a:off x="2248349" y="488096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C22FDA4-F06A-224E-A411-BDEE0555E82C}"/>
              </a:ext>
            </a:extLst>
          </p:cNvPr>
          <p:cNvCxnSpPr>
            <a:cxnSpLocks/>
          </p:cNvCxnSpPr>
          <p:nvPr/>
        </p:nvCxnSpPr>
        <p:spPr>
          <a:xfrm flipV="1">
            <a:off x="2374116" y="482110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FDA9AA6-1169-6541-BB7D-57F503402640}"/>
              </a:ext>
            </a:extLst>
          </p:cNvPr>
          <p:cNvCxnSpPr>
            <a:cxnSpLocks/>
          </p:cNvCxnSpPr>
          <p:nvPr/>
        </p:nvCxnSpPr>
        <p:spPr>
          <a:xfrm>
            <a:off x="8942355" y="3647757"/>
            <a:ext cx="2159979" cy="799762"/>
          </a:xfrm>
          <a:prstGeom prst="straightConnector1">
            <a:avLst/>
          </a:prstGeom>
          <a:ln>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7FD61DF4-A2D4-2A40-8F93-1F862D5C4F53}"/>
              </a:ext>
            </a:extLst>
          </p:cNvPr>
          <p:cNvSpPr txBox="1"/>
          <p:nvPr/>
        </p:nvSpPr>
        <p:spPr>
          <a:xfrm>
            <a:off x="8533079" y="4332910"/>
            <a:ext cx="2427459" cy="369332"/>
          </a:xfrm>
          <a:prstGeom prst="rect">
            <a:avLst/>
          </a:prstGeom>
          <a:noFill/>
        </p:spPr>
        <p:txBody>
          <a:bodyPr wrap="none" rtlCol="0">
            <a:spAutoFit/>
          </a:bodyPr>
          <a:lstStyle/>
          <a:p>
            <a:r>
              <a:rPr lang="en-US" dirty="0">
                <a:solidFill>
                  <a:srgbClr val="FFFF00"/>
                </a:solidFill>
              </a:rPr>
              <a:t>Line(s) missing in here ?</a:t>
            </a:r>
          </a:p>
        </p:txBody>
      </p:sp>
    </p:spTree>
    <p:extLst>
      <p:ext uri="{BB962C8B-B14F-4D97-AF65-F5344CB8AC3E}">
        <p14:creationId xmlns:p14="http://schemas.microsoft.com/office/powerpoint/2010/main" val="29947222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5B1A6B-1111-4F4A-88E8-34D58155C33B}"/>
              </a:ext>
            </a:extLst>
          </p:cNvPr>
          <p:cNvPicPr>
            <a:picLocks noChangeAspect="1"/>
          </p:cNvPicPr>
          <p:nvPr/>
        </p:nvPicPr>
        <p:blipFill>
          <a:blip r:embed="rId3"/>
          <a:stretch>
            <a:fillRect/>
          </a:stretch>
        </p:blipFill>
        <p:spPr>
          <a:xfrm>
            <a:off x="0" y="1688545"/>
            <a:ext cx="12192000" cy="3480909"/>
          </a:xfrm>
          <a:prstGeom prst="rect">
            <a:avLst/>
          </a:prstGeom>
        </p:spPr>
      </p:pic>
      <p:sp>
        <p:nvSpPr>
          <p:cNvPr id="4" name="TextBox 3">
            <a:extLst>
              <a:ext uri="{FF2B5EF4-FFF2-40B4-BE49-F238E27FC236}">
                <a16:creationId xmlns:a16="http://schemas.microsoft.com/office/drawing/2014/main" id="{6B0AC3F7-351F-8F47-ABC8-0269134F6EF9}"/>
              </a:ext>
            </a:extLst>
          </p:cNvPr>
          <p:cNvSpPr txBox="1"/>
          <p:nvPr/>
        </p:nvSpPr>
        <p:spPr>
          <a:xfrm>
            <a:off x="430306" y="6060141"/>
            <a:ext cx="735106" cy="584775"/>
          </a:xfrm>
          <a:prstGeom prst="rect">
            <a:avLst/>
          </a:prstGeom>
          <a:noFill/>
        </p:spPr>
        <p:txBody>
          <a:bodyPr wrap="square" rtlCol="0">
            <a:spAutoFit/>
          </a:bodyPr>
          <a:lstStyle/>
          <a:p>
            <a:r>
              <a:rPr lang="en-US" sz="3200" b="1" dirty="0"/>
              <a:t>29</a:t>
            </a:r>
          </a:p>
        </p:txBody>
      </p:sp>
      <p:cxnSp>
        <p:nvCxnSpPr>
          <p:cNvPr id="5" name="Straight Arrow Connector 4">
            <a:extLst>
              <a:ext uri="{FF2B5EF4-FFF2-40B4-BE49-F238E27FC236}">
                <a16:creationId xmlns:a16="http://schemas.microsoft.com/office/drawing/2014/main" id="{06753AA4-AD22-354C-B8DA-0CC9D668D92D}"/>
              </a:ext>
            </a:extLst>
          </p:cNvPr>
          <p:cNvCxnSpPr>
            <a:cxnSpLocks/>
          </p:cNvCxnSpPr>
          <p:nvPr/>
        </p:nvCxnSpPr>
        <p:spPr>
          <a:xfrm flipV="1">
            <a:off x="961087" y="460379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5045091-11CB-2343-BA88-702200024224}"/>
              </a:ext>
            </a:extLst>
          </p:cNvPr>
          <p:cNvCxnSpPr>
            <a:cxnSpLocks/>
          </p:cNvCxnSpPr>
          <p:nvPr/>
        </p:nvCxnSpPr>
        <p:spPr>
          <a:xfrm flipV="1">
            <a:off x="1095732" y="457640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AC0AD9C-A310-4147-950E-BF042D53A656}"/>
              </a:ext>
            </a:extLst>
          </p:cNvPr>
          <p:cNvCxnSpPr>
            <a:cxnSpLocks/>
          </p:cNvCxnSpPr>
          <p:nvPr/>
        </p:nvCxnSpPr>
        <p:spPr>
          <a:xfrm flipV="1">
            <a:off x="1407930" y="440920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6D50CCF-B41F-4547-89E1-707182E37CD2}"/>
              </a:ext>
            </a:extLst>
          </p:cNvPr>
          <p:cNvCxnSpPr>
            <a:cxnSpLocks/>
          </p:cNvCxnSpPr>
          <p:nvPr/>
        </p:nvCxnSpPr>
        <p:spPr>
          <a:xfrm flipV="1">
            <a:off x="1613596" y="429899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0A95E9A-98B7-7D43-9B18-3FBEF7CCC530}"/>
              </a:ext>
            </a:extLst>
          </p:cNvPr>
          <p:cNvCxnSpPr>
            <a:cxnSpLocks/>
          </p:cNvCxnSpPr>
          <p:nvPr/>
        </p:nvCxnSpPr>
        <p:spPr>
          <a:xfrm flipV="1">
            <a:off x="1890283" y="416063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69C6C1D-544E-5841-8DAA-B79246E53646}"/>
              </a:ext>
            </a:extLst>
          </p:cNvPr>
          <p:cNvCxnSpPr>
            <a:cxnSpLocks/>
          </p:cNvCxnSpPr>
          <p:nvPr/>
        </p:nvCxnSpPr>
        <p:spPr>
          <a:xfrm flipV="1">
            <a:off x="2140338" y="411920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D284C5D-7F59-D04D-B56F-50DD53F52BC1}"/>
              </a:ext>
            </a:extLst>
          </p:cNvPr>
          <p:cNvCxnSpPr>
            <a:cxnSpLocks/>
          </p:cNvCxnSpPr>
          <p:nvPr/>
        </p:nvCxnSpPr>
        <p:spPr>
          <a:xfrm flipV="1">
            <a:off x="2559067" y="403855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EC5A051-5F0E-7640-B913-A510F19177F7}"/>
              </a:ext>
            </a:extLst>
          </p:cNvPr>
          <p:cNvCxnSpPr>
            <a:cxnSpLocks/>
          </p:cNvCxnSpPr>
          <p:nvPr/>
        </p:nvCxnSpPr>
        <p:spPr>
          <a:xfrm flipV="1">
            <a:off x="3119841" y="355320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BB938F1-BCE6-F74B-ADC2-7F90E9B0F1F0}"/>
              </a:ext>
            </a:extLst>
          </p:cNvPr>
          <p:cNvCxnSpPr>
            <a:cxnSpLocks/>
          </p:cNvCxnSpPr>
          <p:nvPr/>
        </p:nvCxnSpPr>
        <p:spPr>
          <a:xfrm flipV="1">
            <a:off x="3609592" y="338459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CEFD5C0-6493-BE4A-9D66-1F8B80590E3E}"/>
              </a:ext>
            </a:extLst>
          </p:cNvPr>
          <p:cNvCxnSpPr>
            <a:cxnSpLocks/>
          </p:cNvCxnSpPr>
          <p:nvPr/>
        </p:nvCxnSpPr>
        <p:spPr>
          <a:xfrm flipV="1">
            <a:off x="4081588" y="324623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AE5A637-DBAC-014E-9EAA-91ACD713886D}"/>
              </a:ext>
            </a:extLst>
          </p:cNvPr>
          <p:cNvCxnSpPr>
            <a:cxnSpLocks/>
          </p:cNvCxnSpPr>
          <p:nvPr/>
        </p:nvCxnSpPr>
        <p:spPr>
          <a:xfrm flipV="1">
            <a:off x="5423596" y="277644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2F9F4C6-80B2-3046-AA57-427DA2D8DE3E}"/>
              </a:ext>
            </a:extLst>
          </p:cNvPr>
          <p:cNvCxnSpPr>
            <a:cxnSpLocks/>
          </p:cNvCxnSpPr>
          <p:nvPr/>
        </p:nvCxnSpPr>
        <p:spPr>
          <a:xfrm flipV="1">
            <a:off x="6694582" y="2470195"/>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54C5996-E8E0-7044-AC76-1F4F30039AA2}"/>
              </a:ext>
            </a:extLst>
          </p:cNvPr>
          <p:cNvCxnSpPr>
            <a:cxnSpLocks/>
          </p:cNvCxnSpPr>
          <p:nvPr/>
        </p:nvCxnSpPr>
        <p:spPr>
          <a:xfrm flipV="1">
            <a:off x="8480474" y="2551573"/>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D7495B5-11D0-714D-BA53-3230F8316385}"/>
              </a:ext>
            </a:extLst>
          </p:cNvPr>
          <p:cNvCxnSpPr>
            <a:cxnSpLocks/>
          </p:cNvCxnSpPr>
          <p:nvPr/>
        </p:nvCxnSpPr>
        <p:spPr>
          <a:xfrm flipV="1">
            <a:off x="11038722" y="395200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2F79438-1E6D-6346-84CA-00C35CB68988}"/>
              </a:ext>
            </a:extLst>
          </p:cNvPr>
          <p:cNvCxnSpPr>
            <a:cxnSpLocks/>
          </p:cNvCxnSpPr>
          <p:nvPr/>
        </p:nvCxnSpPr>
        <p:spPr>
          <a:xfrm flipV="1">
            <a:off x="9921615" y="277644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12935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26BFD3-CE71-D64B-A0BF-F2AC1CAA3BAB}"/>
              </a:ext>
            </a:extLst>
          </p:cNvPr>
          <p:cNvPicPr>
            <a:picLocks noChangeAspect="1"/>
          </p:cNvPicPr>
          <p:nvPr/>
        </p:nvPicPr>
        <p:blipFill>
          <a:blip r:embed="rId3"/>
          <a:stretch>
            <a:fillRect/>
          </a:stretch>
        </p:blipFill>
        <p:spPr>
          <a:xfrm>
            <a:off x="0" y="932223"/>
            <a:ext cx="12192000" cy="4993554"/>
          </a:xfrm>
          <a:prstGeom prst="rect">
            <a:avLst/>
          </a:prstGeom>
        </p:spPr>
      </p:pic>
      <p:sp>
        <p:nvSpPr>
          <p:cNvPr id="4" name="TextBox 3">
            <a:extLst>
              <a:ext uri="{FF2B5EF4-FFF2-40B4-BE49-F238E27FC236}">
                <a16:creationId xmlns:a16="http://schemas.microsoft.com/office/drawing/2014/main" id="{16373B23-6755-CB4B-8589-D5F021973CA4}"/>
              </a:ext>
            </a:extLst>
          </p:cNvPr>
          <p:cNvSpPr txBox="1"/>
          <p:nvPr/>
        </p:nvSpPr>
        <p:spPr>
          <a:xfrm>
            <a:off x="430306" y="6060141"/>
            <a:ext cx="735106" cy="584775"/>
          </a:xfrm>
          <a:prstGeom prst="rect">
            <a:avLst/>
          </a:prstGeom>
          <a:noFill/>
        </p:spPr>
        <p:txBody>
          <a:bodyPr wrap="square" rtlCol="0">
            <a:spAutoFit/>
          </a:bodyPr>
          <a:lstStyle/>
          <a:p>
            <a:r>
              <a:rPr lang="en-US" sz="3200" b="1" dirty="0"/>
              <a:t>30</a:t>
            </a:r>
          </a:p>
        </p:txBody>
      </p:sp>
      <p:cxnSp>
        <p:nvCxnSpPr>
          <p:cNvPr id="5" name="Straight Arrow Connector 4">
            <a:extLst>
              <a:ext uri="{FF2B5EF4-FFF2-40B4-BE49-F238E27FC236}">
                <a16:creationId xmlns:a16="http://schemas.microsoft.com/office/drawing/2014/main" id="{4D7A65B9-33C2-314A-AC15-3F3B97A1EB3B}"/>
              </a:ext>
            </a:extLst>
          </p:cNvPr>
          <p:cNvCxnSpPr>
            <a:cxnSpLocks/>
          </p:cNvCxnSpPr>
          <p:nvPr/>
        </p:nvCxnSpPr>
        <p:spPr>
          <a:xfrm flipV="1">
            <a:off x="3297395" y="238138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05352B2-BF4A-024F-A051-258E393F19A8}"/>
              </a:ext>
            </a:extLst>
          </p:cNvPr>
          <p:cNvCxnSpPr>
            <a:cxnSpLocks/>
          </p:cNvCxnSpPr>
          <p:nvPr/>
        </p:nvCxnSpPr>
        <p:spPr>
          <a:xfrm flipV="1">
            <a:off x="5491658" y="242432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3650888-EF2C-1E47-873A-05DE660C4E8A}"/>
              </a:ext>
            </a:extLst>
          </p:cNvPr>
          <p:cNvCxnSpPr>
            <a:cxnSpLocks/>
          </p:cNvCxnSpPr>
          <p:nvPr/>
        </p:nvCxnSpPr>
        <p:spPr>
          <a:xfrm flipV="1">
            <a:off x="6842544" y="253233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8421399-AD35-C341-B234-5462034560DA}"/>
              </a:ext>
            </a:extLst>
          </p:cNvPr>
          <p:cNvCxnSpPr>
            <a:cxnSpLocks/>
          </p:cNvCxnSpPr>
          <p:nvPr/>
        </p:nvCxnSpPr>
        <p:spPr>
          <a:xfrm flipV="1">
            <a:off x="7776179" y="2689902"/>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234B750-249E-AC4A-A290-16EADB44A004}"/>
              </a:ext>
            </a:extLst>
          </p:cNvPr>
          <p:cNvCxnSpPr>
            <a:cxnSpLocks/>
          </p:cNvCxnSpPr>
          <p:nvPr/>
        </p:nvCxnSpPr>
        <p:spPr>
          <a:xfrm flipV="1">
            <a:off x="8221542" y="277351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3D892B9-1836-C343-A49B-DE47C4F1ADBF}"/>
              </a:ext>
            </a:extLst>
          </p:cNvPr>
          <p:cNvCxnSpPr>
            <a:cxnSpLocks/>
          </p:cNvCxnSpPr>
          <p:nvPr/>
        </p:nvCxnSpPr>
        <p:spPr>
          <a:xfrm flipV="1">
            <a:off x="8862214" y="290888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86A4AAB-527D-4846-B3C0-4D3AAA1925FD}"/>
              </a:ext>
            </a:extLst>
          </p:cNvPr>
          <p:cNvCxnSpPr>
            <a:cxnSpLocks/>
          </p:cNvCxnSpPr>
          <p:nvPr/>
        </p:nvCxnSpPr>
        <p:spPr>
          <a:xfrm flipV="1">
            <a:off x="9494007" y="3034651"/>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217A660-3593-DF4F-8C42-9387CCA0546F}"/>
              </a:ext>
            </a:extLst>
          </p:cNvPr>
          <p:cNvCxnSpPr>
            <a:cxnSpLocks/>
          </p:cNvCxnSpPr>
          <p:nvPr/>
        </p:nvCxnSpPr>
        <p:spPr>
          <a:xfrm flipV="1">
            <a:off x="9930493" y="3122704"/>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262666D-0C3F-DD47-B5D6-BEB180BAE943}"/>
              </a:ext>
            </a:extLst>
          </p:cNvPr>
          <p:cNvCxnSpPr>
            <a:cxnSpLocks/>
          </p:cNvCxnSpPr>
          <p:nvPr/>
        </p:nvCxnSpPr>
        <p:spPr>
          <a:xfrm flipV="1">
            <a:off x="10287080" y="323071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5CC4BC9-BA30-EE40-B16F-CEC51C30C782}"/>
              </a:ext>
            </a:extLst>
          </p:cNvPr>
          <p:cNvCxnSpPr>
            <a:cxnSpLocks/>
          </p:cNvCxnSpPr>
          <p:nvPr/>
        </p:nvCxnSpPr>
        <p:spPr>
          <a:xfrm flipV="1">
            <a:off x="10572645" y="3338728"/>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36FE41F-E8BB-8142-A21E-398D2F7F0562}"/>
              </a:ext>
            </a:extLst>
          </p:cNvPr>
          <p:cNvCxnSpPr>
            <a:cxnSpLocks/>
          </p:cNvCxnSpPr>
          <p:nvPr/>
        </p:nvCxnSpPr>
        <p:spPr>
          <a:xfrm flipV="1">
            <a:off x="10831577" y="3446739"/>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3613731-0739-A847-AB39-8686BE1FC441}"/>
              </a:ext>
            </a:extLst>
          </p:cNvPr>
          <p:cNvCxnSpPr>
            <a:cxnSpLocks/>
          </p:cNvCxnSpPr>
          <p:nvPr/>
        </p:nvCxnSpPr>
        <p:spPr>
          <a:xfrm flipV="1">
            <a:off x="1433084" y="3230716"/>
            <a:ext cx="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7778339-0F01-0E4D-AFC9-3AFA0ABA6C43}"/>
              </a:ext>
            </a:extLst>
          </p:cNvPr>
          <p:cNvCxnSpPr>
            <a:cxnSpLocks/>
          </p:cNvCxnSpPr>
          <p:nvPr/>
        </p:nvCxnSpPr>
        <p:spPr>
          <a:xfrm flipH="1" flipV="1">
            <a:off x="608940" y="4037104"/>
            <a:ext cx="447503" cy="579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F4A0D78-9492-E840-9CE7-425CB83A7E34}"/>
              </a:ext>
            </a:extLst>
          </p:cNvPr>
          <p:cNvCxnSpPr>
            <a:cxnSpLocks/>
          </p:cNvCxnSpPr>
          <p:nvPr/>
        </p:nvCxnSpPr>
        <p:spPr>
          <a:xfrm flipH="1" flipV="1">
            <a:off x="415112" y="4750752"/>
            <a:ext cx="641331" cy="341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1332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TotalTime>
  <Words>760</Words>
  <Application>Microsoft Macintosh PowerPoint</Application>
  <PresentationFormat>Widescreen</PresentationFormat>
  <Paragraphs>113</Paragraphs>
  <Slides>34</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Surf Clam growth increments test image set Date: 20250924 Objective: to discriminate the annual growth increments between annual growth signatures (signatures often termed annuli).   This presentation includes 30 images that are section of the hinge regions (to be explained in the next three slides) of individual surf clams The hinge region contains a complete record of clam growth over its lifetime. Each image is an individual .jpg image with marker or arrows added in .ppt. These markers can be deleted as desired and the individual images downloaded.  </vt:lpstr>
      <vt:lpstr>How did we obtain the images?: shell processing methods</vt:lpstr>
      <vt:lpstr>Methods: imaging and aging</vt:lpstr>
      <vt:lpstr>Methods: imaging and aging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Surf Clam Reader Comparison</dc:title>
  <dc:creator>Alexis Hollander</dc:creator>
  <cp:lastModifiedBy>Roger L. Mann</cp:lastModifiedBy>
  <cp:revision>32</cp:revision>
  <dcterms:created xsi:type="dcterms:W3CDTF">2019-12-19T12:38:28Z</dcterms:created>
  <dcterms:modified xsi:type="dcterms:W3CDTF">2025-09-24T14:31:20Z</dcterms:modified>
</cp:coreProperties>
</file>